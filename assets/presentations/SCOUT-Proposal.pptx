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10287000" cx="18288000"/>
  <p:notesSz cx="6858000" cy="9144000"/>
  <p:embeddedFontLst>
    <p:embeddedFont>
      <p:font typeface="IBM Plex Sans"/>
      <p:regular r:id="rId16"/>
      <p:bold r:id="rId17"/>
      <p:italic r:id="rId18"/>
      <p:boldItalic r:id="rId19"/>
    </p:embeddedFont>
    <p:embeddedFont>
      <p:font typeface="Inter Light"/>
      <p:regular r:id="rId20"/>
      <p:bold r:id="rId21"/>
      <p:italic r:id="rId22"/>
      <p:boldItalic r:id="rId23"/>
    </p:embeddedFont>
    <p:embeddedFont>
      <p:font typeface="Inter"/>
      <p:regular r:id="rId24"/>
      <p:bold r:id="rId25"/>
      <p:italic r:id="rId26"/>
      <p:boldItalic r:id="rId27"/>
    </p:embeddedFont>
    <p:embeddedFont>
      <p:font typeface="IBM Plex Sans Condensed"/>
      <p:bold r:id="rId28"/>
      <p:boldItalic r:id="rId29"/>
    </p:embeddedFont>
    <p:embeddedFont>
      <p:font typeface="Inter ExtraLight"/>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B6F8155-73C7-45CA-9FB1-E7B44DB5ECEC}">
  <a:tblStyle styleId="{AB6F8155-73C7-45CA-9FB1-E7B44DB5ECE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InterLight-regular.fntdata"/><Relationship Id="rId22" Type="http://schemas.openxmlformats.org/officeDocument/2006/relationships/font" Target="fonts/InterLight-italic.fntdata"/><Relationship Id="rId21" Type="http://schemas.openxmlformats.org/officeDocument/2006/relationships/font" Target="fonts/InterLight-bold.fntdata"/><Relationship Id="rId24" Type="http://schemas.openxmlformats.org/officeDocument/2006/relationships/font" Target="fonts/Inter-regular.fntdata"/><Relationship Id="rId23" Type="http://schemas.openxmlformats.org/officeDocument/2006/relationships/font" Target="fonts/InterLight-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Inter-italic.fntdata"/><Relationship Id="rId25" Type="http://schemas.openxmlformats.org/officeDocument/2006/relationships/font" Target="fonts/Inter-bold.fntdata"/><Relationship Id="rId28" Type="http://schemas.openxmlformats.org/officeDocument/2006/relationships/font" Target="fonts/IBMPlexSansCondensed-bold.fntdata"/><Relationship Id="rId27" Type="http://schemas.openxmlformats.org/officeDocument/2006/relationships/font" Target="fonts/Inter-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BMPlexSansCondensed-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nterExtraLight-bold.fntdata"/><Relationship Id="rId30" Type="http://schemas.openxmlformats.org/officeDocument/2006/relationships/font" Target="fonts/InterExtraLight-regular.fntdata"/><Relationship Id="rId11" Type="http://schemas.openxmlformats.org/officeDocument/2006/relationships/slide" Target="slides/slide6.xml"/><Relationship Id="rId33" Type="http://schemas.openxmlformats.org/officeDocument/2006/relationships/font" Target="fonts/InterExtraLight-boldItalic.fntdata"/><Relationship Id="rId10" Type="http://schemas.openxmlformats.org/officeDocument/2006/relationships/slide" Target="slides/slide5.xml"/><Relationship Id="rId32" Type="http://schemas.openxmlformats.org/officeDocument/2006/relationships/font" Target="fonts/InterExtraLight-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IBMPlexSans-bold.fntdata"/><Relationship Id="rId16" Type="http://schemas.openxmlformats.org/officeDocument/2006/relationships/font" Target="fonts/IBMPlexSans-regular.fntdata"/><Relationship Id="rId19" Type="http://schemas.openxmlformats.org/officeDocument/2006/relationships/font" Target="fonts/IBMPlexSans-boldItalic.fntdata"/><Relationship Id="rId18" Type="http://schemas.openxmlformats.org/officeDocument/2006/relationships/font" Target="fonts/IBMPlexSans-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e8bb2026a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Hello everyone. We are Team SCOUT, which stands for Santa Clara Oceanic Utilities Transmitter. Our project focuses on developing an affordable and scalable reef monitoring buoy for shallow coastal environments. The motivation for this project comes from the increasing need for continuous reef monitoring, particularly in regions where coral reefs play an important environmental and economic role. In this presentation, we will discuss the problem space, stakeholder needs, initial scope, and how our team is positioned to address this challenge.</a:t>
            </a:r>
            <a:endParaRPr/>
          </a:p>
          <a:p>
            <a:pPr indent="0" lvl="0" marL="0" rtl="0" algn="l">
              <a:spcBef>
                <a:spcPts val="1200"/>
              </a:spcBef>
              <a:spcAft>
                <a:spcPts val="0"/>
              </a:spcAft>
              <a:buNone/>
            </a:pPr>
            <a:r>
              <a:t/>
            </a:r>
            <a:endParaRPr/>
          </a:p>
        </p:txBody>
      </p:sp>
      <p:sp>
        <p:nvSpPr>
          <p:cNvPr id="80" name="Google Shape;80;g3e8bb2026a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e8bb2026a9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This presentation begins with the background and motivation behind the project, followed by the problem and stakeholder needs we identified. We will then discuss the project ecosystem, initial technical scope, team roles, and supporting technical coursework. Finally, we will conclude with the intended direction of the project moving forward.</a:t>
            </a:r>
            <a:endParaRPr/>
          </a:p>
          <a:p>
            <a:pPr indent="0" lvl="0" marL="0" rtl="0" algn="l">
              <a:spcBef>
                <a:spcPts val="1200"/>
              </a:spcBef>
              <a:spcAft>
                <a:spcPts val="0"/>
              </a:spcAft>
              <a:buNone/>
            </a:pPr>
            <a:r>
              <a:t/>
            </a:r>
            <a:endParaRPr/>
          </a:p>
        </p:txBody>
      </p:sp>
      <p:sp>
        <p:nvSpPr>
          <p:cNvPr id="90" name="Google Shape;90;g3e8bb2026a9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e8bb2026a9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a:t>Coral reefs are essential ecosystems that support biodiversity, fisheries, tourism, and coastal protection. However, reefs are increasingly threatened by warming ocean temperatures, declining water quality, storms, and other human impacts.</a:t>
            </a:r>
            <a:endParaRPr/>
          </a:p>
          <a:p>
            <a:pPr indent="0" lvl="0" marL="0" rtl="0" algn="l">
              <a:lnSpc>
                <a:spcPct val="115000"/>
              </a:lnSpc>
              <a:spcBef>
                <a:spcPts val="1200"/>
              </a:spcBef>
              <a:spcAft>
                <a:spcPts val="0"/>
              </a:spcAft>
              <a:buNone/>
            </a:pPr>
            <a:r>
              <a:rPr lang="en-US"/>
              <a:t>At the same time, effective reef monitoring remains difficult. Existing approaches are often expensive, infrequent, and difficult to scale across multiple sites, creating significant gaps in environmental data.</a:t>
            </a:r>
            <a:endParaRPr/>
          </a:p>
          <a:p>
            <a:pPr indent="0" lvl="0" marL="0" rtl="0" algn="l">
              <a:lnSpc>
                <a:spcPct val="115000"/>
              </a:lnSpc>
              <a:spcBef>
                <a:spcPts val="1200"/>
              </a:spcBef>
              <a:spcAft>
                <a:spcPts val="0"/>
              </a:spcAft>
              <a:buNone/>
            </a:pPr>
            <a:r>
              <a:rPr lang="en-US"/>
              <a:t>This project was inspired by reef systems in Kāneʻohe Bay, Hawai‘i, along with discussions and guidance from Makai Ocean Engineering and the SCU EPIC Lab, which helped shape the direction of the project.</a:t>
            </a:r>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
        <p:nvSpPr>
          <p:cNvPr id="109" name="Google Shape;109;g3e8bb2026a9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e8bb2026a9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a:t>Many reef stakeholders currently lack access to affordable and continuous environmental monitoring. Existing methods often rely on short deployments or periodic observations, making it difficult to detect environmental stress or changing reef conditions over time.</a:t>
            </a:r>
            <a:endParaRPr/>
          </a:p>
          <a:p>
            <a:pPr indent="0" lvl="0" marL="0" rtl="0" algn="l">
              <a:lnSpc>
                <a:spcPct val="115000"/>
              </a:lnSpc>
              <a:spcBef>
                <a:spcPts val="1200"/>
              </a:spcBef>
              <a:spcAft>
                <a:spcPts val="0"/>
              </a:spcAft>
              <a:buNone/>
            </a:pPr>
            <a:r>
              <a:rPr lang="en-US"/>
              <a:t>Stakeholders including conservation organizations, researchers, government agencies, and coastal communities require better long term environmental visibility to support informed conservation and management decisions.</a:t>
            </a:r>
            <a:endParaRPr/>
          </a:p>
          <a:p>
            <a:pPr indent="0" lvl="0" marL="0" rtl="0" algn="l">
              <a:lnSpc>
                <a:spcPct val="115000"/>
              </a:lnSpc>
              <a:spcBef>
                <a:spcPts val="1200"/>
              </a:spcBef>
              <a:spcAft>
                <a:spcPts val="0"/>
              </a:spcAft>
              <a:buNone/>
            </a:pPr>
            <a:r>
              <a:rPr lang="en-US"/>
              <a:t>This leads to our problem statement: coral reef stakeholders currently lack an affordable, scalable, and continuous method for monitoring shallow water reef environmental conditions.</a:t>
            </a:r>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
        <p:nvSpPr>
          <p:cNvPr id="120" name="Google Shape;120;g3e8bb2026a9_0_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e8bb2026a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This project involves several important stakeholder groups, including conservation organizations, government agencies, reef researchers, coastal communities, and ecotourism stakeholders that rely on healthy reef systems.</a:t>
            </a:r>
            <a:endParaRPr/>
          </a:p>
          <a:p>
            <a:pPr indent="0" lvl="0" marL="0" rtl="0" algn="l">
              <a:lnSpc>
                <a:spcPct val="115000"/>
              </a:lnSpc>
              <a:spcBef>
                <a:spcPts val="1200"/>
              </a:spcBef>
              <a:spcAft>
                <a:spcPts val="0"/>
              </a:spcAft>
              <a:buClr>
                <a:schemeClr val="dk1"/>
              </a:buClr>
              <a:buSzPts val="1100"/>
              <a:buFont typeface="Arial"/>
              <a:buNone/>
            </a:pPr>
            <a:r>
              <a:rPr lang="en-US"/>
              <a:t>Across these groups, common challenges include limited reef data, high monitoring costs, difficulty maintaining long term tracking, and limited site coverage.</a:t>
            </a:r>
            <a:endParaRPr/>
          </a:p>
          <a:p>
            <a:pPr indent="0" lvl="0" marL="0" rtl="0" algn="l">
              <a:lnSpc>
                <a:spcPct val="115000"/>
              </a:lnSpc>
              <a:spcBef>
                <a:spcPts val="1200"/>
              </a:spcBef>
              <a:spcAft>
                <a:spcPts val="0"/>
              </a:spcAft>
              <a:buClr>
                <a:schemeClr val="dk1"/>
              </a:buClr>
              <a:buSzPts val="1100"/>
              <a:buFont typeface="Arial"/>
              <a:buNone/>
            </a:pPr>
            <a:r>
              <a:rPr lang="en-US"/>
              <a:t>The broader ecosystem also introduces important constraints that influence design decisions, including climate change, changing water quality, storm exposure, reef accessibility, and cost and scalability limitations. These factors help define what a practical and effective monitoring solution must consider.</a:t>
            </a:r>
            <a:endParaRPr/>
          </a:p>
          <a:p>
            <a:pPr indent="0" lvl="0" marL="0" rtl="0" algn="l">
              <a:spcBef>
                <a:spcPts val="1200"/>
              </a:spcBef>
              <a:spcAft>
                <a:spcPts val="0"/>
              </a:spcAft>
              <a:buNone/>
            </a:pPr>
            <a:r>
              <a:t/>
            </a:r>
            <a:endParaRPr/>
          </a:p>
        </p:txBody>
      </p:sp>
      <p:sp>
        <p:nvSpPr>
          <p:cNvPr id="129" name="Google Shape;129;g3e8bb2026a9_0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e8bb2026a9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Our initial project focus is shallow water reef monitoring through a surface deployed buoy system positioned near reef environments. The goal is to support long term environmental sensing while transmitting collected data to a shore side system.</a:t>
            </a:r>
            <a:endParaRPr/>
          </a:p>
          <a:p>
            <a:pPr indent="0" lvl="0" marL="0" rtl="0" algn="l">
              <a:lnSpc>
                <a:spcPct val="115000"/>
              </a:lnSpc>
              <a:spcBef>
                <a:spcPts val="1200"/>
              </a:spcBef>
              <a:spcAft>
                <a:spcPts val="0"/>
              </a:spcAft>
              <a:buClr>
                <a:schemeClr val="dk1"/>
              </a:buClr>
              <a:buSzPts val="1100"/>
              <a:buFont typeface="Arial"/>
              <a:buNone/>
            </a:pPr>
            <a:r>
              <a:rPr lang="en-US"/>
              <a:t>For a minimum viable product, we intend to focus on a realistic and manageable sensing package. Current targets include temperature monitoring, a water quality indicator, and potentially acoustic monitoring to better understand reef ecosystem activity.</a:t>
            </a:r>
            <a:endParaRPr/>
          </a:p>
          <a:p>
            <a:pPr indent="0" lvl="0" marL="0" rtl="0" algn="l">
              <a:lnSpc>
                <a:spcPct val="115000"/>
              </a:lnSpc>
              <a:spcBef>
                <a:spcPts val="1200"/>
              </a:spcBef>
              <a:spcAft>
                <a:spcPts val="0"/>
              </a:spcAft>
              <a:buClr>
                <a:schemeClr val="dk1"/>
              </a:buClr>
              <a:buSzPts val="1100"/>
              <a:buFont typeface="Arial"/>
              <a:buNone/>
            </a:pPr>
            <a:r>
              <a:rPr lang="en-US"/>
              <a:t>We also anticipate several engineering challenges, including waterproofing, power management, marine biofouling, storm survivability, and reliable communication.</a:t>
            </a:r>
            <a:endParaRPr/>
          </a:p>
          <a:p>
            <a:pPr indent="0" lvl="0" marL="0" rtl="0" algn="l">
              <a:lnSpc>
                <a:spcPct val="115000"/>
              </a:lnSpc>
              <a:spcBef>
                <a:spcPts val="1200"/>
              </a:spcBef>
              <a:spcAft>
                <a:spcPts val="0"/>
              </a:spcAft>
              <a:buClr>
                <a:schemeClr val="dk1"/>
              </a:buClr>
              <a:buSzPts val="1100"/>
              <a:buFont typeface="Arial"/>
              <a:buNone/>
            </a:pPr>
            <a:r>
              <a:rPr lang="en-US"/>
              <a:t>To maintain a focused scope, the project will initially remain limited to shallow water, reef adjacent deployments while allowing for modular expansion in the future.</a:t>
            </a:r>
            <a:endParaRPr/>
          </a:p>
          <a:p>
            <a:pPr indent="0" lvl="0" marL="0" rtl="0" algn="l">
              <a:spcBef>
                <a:spcPts val="1200"/>
              </a:spcBef>
              <a:spcAft>
                <a:spcPts val="0"/>
              </a:spcAft>
              <a:buNone/>
            </a:pPr>
            <a:r>
              <a:t/>
            </a:r>
            <a:endParaRPr/>
          </a:p>
        </p:txBody>
      </p:sp>
      <p:sp>
        <p:nvSpPr>
          <p:cNvPr id="140" name="Google Shape;140;g3e8bb2026a9_0_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e8bb2026a9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Our team is intentionally multidisciplinary to address the range of technical requirements involved in this project.</a:t>
            </a:r>
            <a:endParaRPr/>
          </a:p>
          <a:p>
            <a:pPr indent="0" lvl="0" marL="0" rtl="0" algn="l">
              <a:lnSpc>
                <a:spcPct val="115000"/>
              </a:lnSpc>
              <a:spcBef>
                <a:spcPts val="1200"/>
              </a:spcBef>
              <a:spcAft>
                <a:spcPts val="0"/>
              </a:spcAft>
              <a:buClr>
                <a:schemeClr val="dk1"/>
              </a:buClr>
              <a:buSzPts val="1100"/>
              <a:buFont typeface="Arial"/>
              <a:buNone/>
            </a:pPr>
            <a:r>
              <a:rPr lang="en-US"/>
              <a:t>As the General Engineering lead, my responsibilities include waterproofing, buoy design, sensor integration, and marine logistics. Our Electrical Engineering team member is responsible for embedded systems, radio communication, hardware integration, and power systems. Our Computer Science and Engineering team member focuses on shore side data organization, statistical analysis, and future machine learning integration.</a:t>
            </a:r>
            <a:endParaRPr/>
          </a:p>
          <a:p>
            <a:pPr indent="0" lvl="0" marL="0" rtl="0" algn="l">
              <a:lnSpc>
                <a:spcPct val="115000"/>
              </a:lnSpc>
              <a:spcBef>
                <a:spcPts val="1200"/>
              </a:spcBef>
              <a:spcAft>
                <a:spcPts val="0"/>
              </a:spcAft>
              <a:buClr>
                <a:schemeClr val="dk1"/>
              </a:buClr>
              <a:buSzPts val="1100"/>
              <a:buFont typeface="Arial"/>
              <a:buNone/>
            </a:pPr>
            <a:r>
              <a:rPr lang="en-US"/>
              <a:t>One of our key strengths is relevant technical exposure and support. The team benefits from marine engineering experience through Makai Ocean Engineering, faculty and laboratory support from Santa Clara University, and a team structure aligned with the technical challenges of the project.</a:t>
            </a:r>
            <a:endParaRPr/>
          </a:p>
          <a:p>
            <a:pPr indent="0" lvl="0" marL="0" rtl="0" algn="l">
              <a:spcBef>
                <a:spcPts val="1200"/>
              </a:spcBef>
              <a:spcAft>
                <a:spcPts val="0"/>
              </a:spcAft>
              <a:buNone/>
            </a:pPr>
            <a:r>
              <a:t/>
            </a:r>
            <a:endParaRPr/>
          </a:p>
        </p:txBody>
      </p:sp>
      <p:sp>
        <p:nvSpPr>
          <p:cNvPr id="150" name="Google Shape;150;g3e8bb2026a9_0_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e8bb2026a9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This project also aligns closely with our technical coursework and academic backgrounds.</a:t>
            </a:r>
            <a:endParaRPr/>
          </a:p>
          <a:p>
            <a:pPr indent="0" lvl="0" marL="0" rtl="0" algn="l">
              <a:lnSpc>
                <a:spcPct val="115000"/>
              </a:lnSpc>
              <a:spcBef>
                <a:spcPts val="1200"/>
              </a:spcBef>
              <a:spcAft>
                <a:spcPts val="0"/>
              </a:spcAft>
              <a:buClr>
                <a:schemeClr val="dk1"/>
              </a:buClr>
              <a:buSzPts val="1100"/>
              <a:buFont typeface="Arial"/>
              <a:buNone/>
            </a:pPr>
            <a:r>
              <a:rPr lang="en-US"/>
              <a:t>General Engineering coursework in marine systems, materials, manufacturing, mechatronics, and controls supports the physical design and deployment aspects of the buoy.</a:t>
            </a:r>
            <a:endParaRPr/>
          </a:p>
          <a:p>
            <a:pPr indent="0" lvl="0" marL="0" rtl="0" algn="l">
              <a:lnSpc>
                <a:spcPct val="115000"/>
              </a:lnSpc>
              <a:spcBef>
                <a:spcPts val="1200"/>
              </a:spcBef>
              <a:spcAft>
                <a:spcPts val="0"/>
              </a:spcAft>
              <a:buClr>
                <a:schemeClr val="dk1"/>
              </a:buClr>
              <a:buSzPts val="1100"/>
              <a:buFont typeface="Arial"/>
              <a:buNone/>
            </a:pPr>
            <a:r>
              <a:rPr lang="en-US"/>
              <a:t>Electrical Engineering coursework contributes expertise in embedded systems, wireless communication, and power electronics, all of which are critical for sensing and long term deployment.</a:t>
            </a:r>
            <a:endParaRPr/>
          </a:p>
          <a:p>
            <a:pPr indent="0" lvl="0" marL="0" rtl="0" algn="l">
              <a:lnSpc>
                <a:spcPct val="115000"/>
              </a:lnSpc>
              <a:spcBef>
                <a:spcPts val="1200"/>
              </a:spcBef>
              <a:spcAft>
                <a:spcPts val="0"/>
              </a:spcAft>
              <a:buClr>
                <a:schemeClr val="dk1"/>
              </a:buClr>
              <a:buSzPts val="1100"/>
              <a:buFont typeface="Arial"/>
              <a:buNone/>
            </a:pPr>
            <a:r>
              <a:rPr lang="en-US"/>
              <a:t>Computer Science and Engineering coursework in data systems, machine learning, and signal processing supports how collected environmental data may be organized, analyzed, and interpreted.</a:t>
            </a:r>
            <a:endParaRPr/>
          </a:p>
          <a:p>
            <a:pPr indent="0" lvl="0" marL="0" rtl="0" algn="l">
              <a:lnSpc>
                <a:spcPct val="115000"/>
              </a:lnSpc>
              <a:spcBef>
                <a:spcPts val="1200"/>
              </a:spcBef>
              <a:spcAft>
                <a:spcPts val="0"/>
              </a:spcAft>
              <a:buClr>
                <a:schemeClr val="dk1"/>
              </a:buClr>
              <a:buSzPts val="1100"/>
              <a:buFont typeface="Arial"/>
              <a:buNone/>
            </a:pPr>
            <a:r>
              <a:rPr lang="en-US"/>
              <a:t>Together, these technical backgrounds help support the sensing, power, communication, and analytical requirements of SCOUT.</a:t>
            </a:r>
            <a:endParaRPr/>
          </a:p>
          <a:p>
            <a:pPr indent="0" lvl="0" marL="0" rtl="0" algn="l">
              <a:spcBef>
                <a:spcPts val="1200"/>
              </a:spcBef>
              <a:spcAft>
                <a:spcPts val="0"/>
              </a:spcAft>
              <a:buNone/>
            </a:pPr>
            <a:r>
              <a:t/>
            </a:r>
            <a:endParaRPr/>
          </a:p>
        </p:txBody>
      </p:sp>
      <p:sp>
        <p:nvSpPr>
          <p:cNvPr id="159" name="Google Shape;159;g3e8bb2026a9_0_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e8bb2026a9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In conclusion, coral reefs face increasing environmental stress while current monitoring systems remain costly, limited, and difficult to scale.</a:t>
            </a:r>
            <a:endParaRPr/>
          </a:p>
          <a:p>
            <a:pPr indent="0" lvl="0" marL="0" rtl="0" algn="l">
              <a:lnSpc>
                <a:spcPct val="115000"/>
              </a:lnSpc>
              <a:spcBef>
                <a:spcPts val="1200"/>
              </a:spcBef>
              <a:spcAft>
                <a:spcPts val="0"/>
              </a:spcAft>
              <a:buClr>
                <a:schemeClr val="dk1"/>
              </a:buClr>
              <a:buSzPts val="1100"/>
              <a:buFont typeface="Arial"/>
              <a:buNone/>
            </a:pPr>
            <a:r>
              <a:rPr lang="en-US"/>
              <a:t>SCOUT seeks to address this challenge by focusing on an affordable, durable, and scalable shallow water reef monitoring platform capable of supporting long term environmental monitoring.</a:t>
            </a:r>
            <a:endParaRPr/>
          </a:p>
          <a:p>
            <a:pPr indent="0" lvl="0" marL="0" rtl="0" algn="l">
              <a:lnSpc>
                <a:spcPct val="115000"/>
              </a:lnSpc>
              <a:spcBef>
                <a:spcPts val="1200"/>
              </a:spcBef>
              <a:spcAft>
                <a:spcPts val="0"/>
              </a:spcAft>
              <a:buClr>
                <a:schemeClr val="dk1"/>
              </a:buClr>
              <a:buSzPts val="1100"/>
              <a:buFont typeface="Arial"/>
              <a:buNone/>
            </a:pPr>
            <a:r>
              <a:rPr lang="en-US"/>
              <a:t>At this stage, the primary focus is developing a realistic minimum viable product while evaluating the technical feasibility of a system that may ultimately support improved reef conservation and environmental decision making.</a:t>
            </a:r>
            <a:endParaRPr/>
          </a:p>
          <a:p>
            <a:pPr indent="0" lvl="0" marL="0" rtl="0" algn="l">
              <a:spcBef>
                <a:spcPts val="1200"/>
              </a:spcBef>
              <a:spcAft>
                <a:spcPts val="0"/>
              </a:spcAft>
              <a:buNone/>
            </a:pPr>
            <a:r>
              <a:t/>
            </a:r>
            <a:endParaRPr/>
          </a:p>
        </p:txBody>
      </p:sp>
      <p:sp>
        <p:nvSpPr>
          <p:cNvPr id="168" name="Google Shape;168;g3e8bb2026a9_0_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e8bb2026a9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g3e8bb2026a9_0_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p:nvPr>
            <p:ph idx="2" type="pic"/>
          </p:nvPr>
        </p:nvSpPr>
        <p:spPr>
          <a:xfrm>
            <a:off x="8460000" y="6179600"/>
            <a:ext cx="8261700" cy="1816200"/>
          </a:xfrm>
          <a:prstGeom prst="roundRect">
            <a:avLst>
              <a:gd fmla="val 8876" name="adj"/>
            </a:avLst>
          </a:prstGeom>
          <a:noFill/>
          <a:ln>
            <a:noFill/>
          </a:ln>
        </p:spPr>
      </p:sp>
      <p:sp>
        <p:nvSpPr>
          <p:cNvPr id="17" name="Google Shape;17;p3"/>
          <p:cNvSpPr/>
          <p:nvPr/>
        </p:nvSpPr>
        <p:spPr>
          <a:xfrm flipH="1">
            <a:off x="1982800" y="6173436"/>
            <a:ext cx="6030401" cy="6030401"/>
          </a:xfrm>
          <a:custGeom>
            <a:rect b="b" l="l" r="r" t="t"/>
            <a:pathLst>
              <a:path extrusionOk="0" h="6030401" w="6030401">
                <a:moveTo>
                  <a:pt x="6030401" y="0"/>
                </a:moveTo>
                <a:lnTo>
                  <a:pt x="0" y="0"/>
                </a:lnTo>
                <a:lnTo>
                  <a:pt x="0" y="6030400"/>
                </a:lnTo>
                <a:lnTo>
                  <a:pt x="6030401" y="6030400"/>
                </a:lnTo>
                <a:lnTo>
                  <a:pt x="6030401" y="0"/>
                </a:lnTo>
                <a:close/>
              </a:path>
            </a:pathLst>
          </a:custGeom>
          <a:blipFill rotWithShape="1">
            <a:blip r:embed="rId2">
              <a:alphaModFix/>
            </a:blip>
            <a:stretch>
              <a:fillRect b="0" l="0" r="0" t="0"/>
            </a:stretch>
          </a:blipFill>
          <a:ln>
            <a:noFill/>
          </a:ln>
        </p:spPr>
      </p:sp>
      <p:sp>
        <p:nvSpPr>
          <p:cNvPr id="18" name="Google Shape;18;p3"/>
          <p:cNvSpPr txBox="1"/>
          <p:nvPr>
            <p:ph type="title"/>
          </p:nvPr>
        </p:nvSpPr>
        <p:spPr>
          <a:xfrm>
            <a:off x="1982800" y="1456525"/>
            <a:ext cx="14739000" cy="4333200"/>
          </a:xfrm>
          <a:prstGeom prst="rect">
            <a:avLst/>
          </a:prstGeom>
          <a:noFill/>
          <a:ln>
            <a:noFill/>
          </a:ln>
        </p:spPr>
        <p:txBody>
          <a:bodyPr anchorCtr="0" anchor="t" bIns="45700" lIns="91425" spcFirstLastPara="1" rIns="91425" wrap="square" tIns="45700">
            <a:normAutofit/>
          </a:bodyPr>
          <a:lstStyle>
            <a:lvl1pPr lvl="0" marR="0">
              <a:lnSpc>
                <a:spcPct val="80000"/>
              </a:lnSpc>
              <a:spcBef>
                <a:spcPts val="0"/>
              </a:spcBef>
              <a:spcAft>
                <a:spcPts val="0"/>
              </a:spcAft>
              <a:buClr>
                <a:schemeClr val="lt1"/>
              </a:buClr>
              <a:buSzPts val="12000"/>
              <a:buFont typeface="IBM Plex Sans"/>
              <a:buNone/>
              <a:defRPr b="1" i="0" sz="12000" u="none" cap="none" strike="noStrike">
                <a:solidFill>
                  <a:schemeClr val="lt1"/>
                </a:solidFill>
                <a:latin typeface="IBM Plex Sans"/>
                <a:ea typeface="IBM Plex Sans"/>
                <a:cs typeface="IBM Plex Sans"/>
                <a:sym typeface="IBM Plex Sans"/>
              </a:defRPr>
            </a:lvl1pPr>
            <a:lvl2pPr lvl="1">
              <a:spcBef>
                <a:spcPts val="0"/>
              </a:spcBef>
              <a:spcAft>
                <a:spcPts val="0"/>
              </a:spcAft>
              <a:buClr>
                <a:schemeClr val="lt1"/>
              </a:buClr>
              <a:buSzPts val="1400"/>
              <a:buNone/>
              <a:defRPr sz="1800">
                <a:solidFill>
                  <a:schemeClr val="lt1"/>
                </a:solidFill>
              </a:defRPr>
            </a:lvl2pPr>
            <a:lvl3pPr lvl="2">
              <a:spcBef>
                <a:spcPts val="0"/>
              </a:spcBef>
              <a:spcAft>
                <a:spcPts val="0"/>
              </a:spcAft>
              <a:buClr>
                <a:schemeClr val="lt1"/>
              </a:buClr>
              <a:buSzPts val="1400"/>
              <a:buNone/>
              <a:defRPr sz="1800">
                <a:solidFill>
                  <a:schemeClr val="lt1"/>
                </a:solidFill>
              </a:defRPr>
            </a:lvl3pPr>
            <a:lvl4pPr lvl="3">
              <a:spcBef>
                <a:spcPts val="0"/>
              </a:spcBef>
              <a:spcAft>
                <a:spcPts val="0"/>
              </a:spcAft>
              <a:buClr>
                <a:schemeClr val="lt1"/>
              </a:buClr>
              <a:buSzPts val="1400"/>
              <a:buNone/>
              <a:defRPr sz="1800">
                <a:solidFill>
                  <a:schemeClr val="lt1"/>
                </a:solidFill>
              </a:defRPr>
            </a:lvl4pPr>
            <a:lvl5pPr lvl="4">
              <a:spcBef>
                <a:spcPts val="0"/>
              </a:spcBef>
              <a:spcAft>
                <a:spcPts val="0"/>
              </a:spcAft>
              <a:buClr>
                <a:schemeClr val="lt1"/>
              </a:buClr>
              <a:buSzPts val="1400"/>
              <a:buNone/>
              <a:defRPr sz="1800">
                <a:solidFill>
                  <a:schemeClr val="lt1"/>
                </a:solidFill>
              </a:defRPr>
            </a:lvl5pPr>
            <a:lvl6pPr lvl="5">
              <a:spcBef>
                <a:spcPts val="0"/>
              </a:spcBef>
              <a:spcAft>
                <a:spcPts val="0"/>
              </a:spcAft>
              <a:buClr>
                <a:schemeClr val="lt1"/>
              </a:buClr>
              <a:buSzPts val="1400"/>
              <a:buNone/>
              <a:defRPr sz="1800">
                <a:solidFill>
                  <a:schemeClr val="lt1"/>
                </a:solidFill>
              </a:defRPr>
            </a:lvl6pPr>
            <a:lvl7pPr lvl="6">
              <a:spcBef>
                <a:spcPts val="0"/>
              </a:spcBef>
              <a:spcAft>
                <a:spcPts val="0"/>
              </a:spcAft>
              <a:buClr>
                <a:schemeClr val="lt1"/>
              </a:buClr>
              <a:buSzPts val="1400"/>
              <a:buNone/>
              <a:defRPr sz="1800">
                <a:solidFill>
                  <a:schemeClr val="lt1"/>
                </a:solidFill>
              </a:defRPr>
            </a:lvl7pPr>
            <a:lvl8pPr lvl="7">
              <a:spcBef>
                <a:spcPts val="0"/>
              </a:spcBef>
              <a:spcAft>
                <a:spcPts val="0"/>
              </a:spcAft>
              <a:buClr>
                <a:schemeClr val="lt1"/>
              </a:buClr>
              <a:buSzPts val="1400"/>
              <a:buNone/>
              <a:defRPr sz="1800">
                <a:solidFill>
                  <a:schemeClr val="lt1"/>
                </a:solidFill>
              </a:defRPr>
            </a:lvl8pPr>
            <a:lvl9pPr lvl="8">
              <a:spcBef>
                <a:spcPts val="0"/>
              </a:spcBef>
              <a:spcAft>
                <a:spcPts val="0"/>
              </a:spcAft>
              <a:buClr>
                <a:schemeClr val="lt1"/>
              </a:buClr>
              <a:buSzPts val="1400"/>
              <a:buNone/>
              <a:defRPr sz="1800">
                <a:solidFill>
                  <a:schemeClr val="lt1"/>
                </a:solidFill>
              </a:defRPr>
            </a:lvl9pPr>
          </a:lstStyle>
          <a:p/>
        </p:txBody>
      </p:sp>
      <p:sp>
        <p:nvSpPr>
          <p:cNvPr id="19" name="Google Shape;19;p3"/>
          <p:cNvSpPr/>
          <p:nvPr/>
        </p:nvSpPr>
        <p:spPr>
          <a:xfrm>
            <a:off x="8510375" y="8275275"/>
            <a:ext cx="8211300" cy="765600"/>
          </a:xfrm>
          <a:prstGeom prst="roundRect">
            <a:avLst>
              <a:gd fmla="val 16667"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Light"/>
              <a:ea typeface="Inter Light"/>
              <a:cs typeface="Inter Light"/>
              <a:sym typeface="Inter Light"/>
            </a:endParaRPr>
          </a:p>
        </p:txBody>
      </p:sp>
      <p:sp>
        <p:nvSpPr>
          <p:cNvPr id="20" name="Google Shape;20;p3"/>
          <p:cNvSpPr txBox="1"/>
          <p:nvPr>
            <p:ph idx="1" type="body"/>
          </p:nvPr>
        </p:nvSpPr>
        <p:spPr>
          <a:xfrm>
            <a:off x="8831250" y="8426175"/>
            <a:ext cx="7519200" cy="463800"/>
          </a:xfrm>
          <a:prstGeom prst="rect">
            <a:avLst/>
          </a:prstGeom>
          <a:noFill/>
          <a:ln>
            <a:noFill/>
          </a:ln>
        </p:spPr>
        <p:txBody>
          <a:bodyPr anchorCtr="0" anchor="t" bIns="45700" lIns="91425" spcFirstLastPara="1" rIns="91425" wrap="square" tIns="45700">
            <a:normAutofit/>
          </a:bodyPr>
          <a:lstStyle>
            <a:lvl1pPr indent="-355600" lvl="0" marL="457200" marR="0">
              <a:spcBef>
                <a:spcPts val="64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1pPr>
            <a:lvl2pPr indent="-355600" lvl="1" marL="914400" marR="0">
              <a:spcBef>
                <a:spcPts val="56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2pPr>
            <a:lvl3pPr indent="-355600" lvl="2" marL="1371600" marR="0">
              <a:spcBef>
                <a:spcPts val="48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3pPr>
            <a:lvl4pPr indent="-355600" lvl="3" marL="1828800" marR="0">
              <a:spcBef>
                <a:spcPts val="40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4pPr>
            <a:lvl5pPr indent="-355600" lvl="4" marL="2286000" marR="0">
              <a:spcBef>
                <a:spcPts val="40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5pPr>
            <a:lvl6pPr indent="-355600" lvl="5" marL="2743200" marR="0">
              <a:spcBef>
                <a:spcPts val="40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6pPr>
            <a:lvl7pPr indent="-355600" lvl="6" marL="3200400" marR="0">
              <a:spcBef>
                <a:spcPts val="40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7pPr>
            <a:lvl8pPr indent="-355600" lvl="7" marL="3657600" marR="0">
              <a:spcBef>
                <a:spcPts val="40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8pPr>
            <a:lvl9pPr indent="-355600" lvl="8" marL="4114800" marR="0">
              <a:spcBef>
                <a:spcPts val="40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grpSp>
        <p:nvGrpSpPr>
          <p:cNvPr id="22" name="Google Shape;22;p4"/>
          <p:cNvGrpSpPr/>
          <p:nvPr/>
        </p:nvGrpSpPr>
        <p:grpSpPr>
          <a:xfrm>
            <a:off x="0" y="-108496"/>
            <a:ext cx="8374731" cy="10395563"/>
            <a:chOff x="0" y="-28575"/>
            <a:chExt cx="2205676" cy="2737908"/>
          </a:xfrm>
        </p:grpSpPr>
        <p:sp>
          <p:nvSpPr>
            <p:cNvPr id="23" name="Google Shape;23;p4"/>
            <p:cNvSpPr/>
            <p:nvPr/>
          </p:nvSpPr>
          <p:spPr>
            <a:xfrm>
              <a:off x="0" y="0"/>
              <a:ext cx="2205676" cy="2709333"/>
            </a:xfrm>
            <a:custGeom>
              <a:rect b="b" l="l" r="r" t="t"/>
              <a:pathLst>
                <a:path extrusionOk="0" h="2709333" w="2205676">
                  <a:moveTo>
                    <a:pt x="0" y="0"/>
                  </a:moveTo>
                  <a:lnTo>
                    <a:pt x="2205676" y="0"/>
                  </a:lnTo>
                  <a:lnTo>
                    <a:pt x="2205676" y="2709333"/>
                  </a:lnTo>
                  <a:lnTo>
                    <a:pt x="0" y="2709333"/>
                  </a:lnTo>
                  <a:close/>
                </a:path>
              </a:pathLst>
            </a:custGeom>
            <a:solidFill>
              <a:srgbClr val="E1DBDA"/>
            </a:solidFill>
            <a:ln>
              <a:noFill/>
            </a:ln>
          </p:spPr>
        </p:sp>
        <p:sp>
          <p:nvSpPr>
            <p:cNvPr id="24" name="Google Shape;24;p4"/>
            <p:cNvSpPr txBox="1"/>
            <p:nvPr/>
          </p:nvSpPr>
          <p:spPr>
            <a:xfrm>
              <a:off x="0" y="-28575"/>
              <a:ext cx="2205600" cy="2737800"/>
            </a:xfrm>
            <a:prstGeom prst="rect">
              <a:avLst/>
            </a:prstGeom>
            <a:noFill/>
            <a:ln>
              <a:noFill/>
            </a:ln>
          </p:spPr>
          <p:txBody>
            <a:bodyPr anchorCtr="0" anchor="ctr" bIns="50800" lIns="50800" spcFirstLastPara="1" rIns="50800" wrap="square" tIns="50800">
              <a:noAutofit/>
            </a:bodyPr>
            <a:lstStyle/>
            <a:p>
              <a:pPr indent="0" lvl="0" marL="0" marR="0" rtl="0" algn="ctr">
                <a:lnSpc>
                  <a:spcPct val="12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5" name="Google Shape;25;p4"/>
          <p:cNvSpPr txBox="1"/>
          <p:nvPr>
            <p:ph type="title"/>
          </p:nvPr>
        </p:nvSpPr>
        <p:spPr>
          <a:xfrm>
            <a:off x="1028725" y="912450"/>
            <a:ext cx="6325800" cy="1220100"/>
          </a:xfrm>
          <a:prstGeom prst="rect">
            <a:avLst/>
          </a:prstGeom>
          <a:noFill/>
          <a:ln>
            <a:noFill/>
          </a:ln>
        </p:spPr>
        <p:txBody>
          <a:bodyPr anchorCtr="0" anchor="t" bIns="45700" lIns="91425" spcFirstLastPara="1" rIns="91425" wrap="square" tIns="45700">
            <a:normAutofit/>
          </a:bodyPr>
          <a:lstStyle>
            <a:lvl1pPr lvl="0" marR="0">
              <a:lnSpc>
                <a:spcPct val="80000"/>
              </a:lnSpc>
              <a:spcBef>
                <a:spcPts val="0"/>
              </a:spcBef>
              <a:spcAft>
                <a:spcPts val="0"/>
              </a:spcAft>
              <a:buClr>
                <a:srgbClr val="1A1A1A"/>
              </a:buClr>
              <a:buSzPts val="10000"/>
              <a:buFont typeface="IBM Plex Sans"/>
              <a:buNone/>
              <a:defRPr b="1" i="0" sz="10000" u="none" cap="none" strike="noStrike">
                <a:solidFill>
                  <a:srgbClr val="1A1A1A"/>
                </a:solidFill>
                <a:latin typeface="IBM Plex Sans"/>
                <a:ea typeface="IBM Plex Sans"/>
                <a:cs typeface="IBM Plex Sans"/>
                <a:sym typeface="IBM Plex Sans"/>
              </a:defRPr>
            </a:lvl1pPr>
            <a:lvl2pPr lvl="1">
              <a:spcBef>
                <a:spcPts val="0"/>
              </a:spcBef>
              <a:spcAft>
                <a:spcPts val="0"/>
              </a:spcAft>
              <a:buClr>
                <a:srgbClr val="1A1A1A"/>
              </a:buClr>
              <a:buSzPts val="10000"/>
              <a:buNone/>
              <a:defRPr sz="10000">
                <a:solidFill>
                  <a:srgbClr val="1A1A1A"/>
                </a:solidFill>
              </a:defRPr>
            </a:lvl2pPr>
            <a:lvl3pPr lvl="2">
              <a:spcBef>
                <a:spcPts val="0"/>
              </a:spcBef>
              <a:spcAft>
                <a:spcPts val="0"/>
              </a:spcAft>
              <a:buClr>
                <a:srgbClr val="1A1A1A"/>
              </a:buClr>
              <a:buSzPts val="10000"/>
              <a:buNone/>
              <a:defRPr sz="10000">
                <a:solidFill>
                  <a:srgbClr val="1A1A1A"/>
                </a:solidFill>
              </a:defRPr>
            </a:lvl3pPr>
            <a:lvl4pPr lvl="3">
              <a:spcBef>
                <a:spcPts val="0"/>
              </a:spcBef>
              <a:spcAft>
                <a:spcPts val="0"/>
              </a:spcAft>
              <a:buClr>
                <a:srgbClr val="1A1A1A"/>
              </a:buClr>
              <a:buSzPts val="10000"/>
              <a:buNone/>
              <a:defRPr sz="10000">
                <a:solidFill>
                  <a:srgbClr val="1A1A1A"/>
                </a:solidFill>
              </a:defRPr>
            </a:lvl4pPr>
            <a:lvl5pPr lvl="4">
              <a:spcBef>
                <a:spcPts val="0"/>
              </a:spcBef>
              <a:spcAft>
                <a:spcPts val="0"/>
              </a:spcAft>
              <a:buClr>
                <a:srgbClr val="1A1A1A"/>
              </a:buClr>
              <a:buSzPts val="10000"/>
              <a:buNone/>
              <a:defRPr sz="10000">
                <a:solidFill>
                  <a:srgbClr val="1A1A1A"/>
                </a:solidFill>
              </a:defRPr>
            </a:lvl5pPr>
            <a:lvl6pPr lvl="5">
              <a:spcBef>
                <a:spcPts val="0"/>
              </a:spcBef>
              <a:spcAft>
                <a:spcPts val="0"/>
              </a:spcAft>
              <a:buClr>
                <a:srgbClr val="1A1A1A"/>
              </a:buClr>
              <a:buSzPts val="10000"/>
              <a:buNone/>
              <a:defRPr sz="10000">
                <a:solidFill>
                  <a:srgbClr val="1A1A1A"/>
                </a:solidFill>
              </a:defRPr>
            </a:lvl6pPr>
            <a:lvl7pPr lvl="6">
              <a:spcBef>
                <a:spcPts val="0"/>
              </a:spcBef>
              <a:spcAft>
                <a:spcPts val="0"/>
              </a:spcAft>
              <a:buClr>
                <a:srgbClr val="1A1A1A"/>
              </a:buClr>
              <a:buSzPts val="10000"/>
              <a:buNone/>
              <a:defRPr sz="10000">
                <a:solidFill>
                  <a:srgbClr val="1A1A1A"/>
                </a:solidFill>
              </a:defRPr>
            </a:lvl7pPr>
            <a:lvl8pPr lvl="7">
              <a:spcBef>
                <a:spcPts val="0"/>
              </a:spcBef>
              <a:spcAft>
                <a:spcPts val="0"/>
              </a:spcAft>
              <a:buClr>
                <a:srgbClr val="1A1A1A"/>
              </a:buClr>
              <a:buSzPts val="10000"/>
              <a:buNone/>
              <a:defRPr sz="10000">
                <a:solidFill>
                  <a:srgbClr val="1A1A1A"/>
                </a:solidFill>
              </a:defRPr>
            </a:lvl8pPr>
            <a:lvl9pPr lvl="8">
              <a:spcBef>
                <a:spcPts val="0"/>
              </a:spcBef>
              <a:spcAft>
                <a:spcPts val="0"/>
              </a:spcAft>
              <a:buClr>
                <a:srgbClr val="1A1A1A"/>
              </a:buClr>
              <a:buSzPts val="10000"/>
              <a:buNone/>
              <a:defRPr sz="10000">
                <a:solidFill>
                  <a:srgbClr val="1A1A1A"/>
                </a:solidFill>
              </a:defRPr>
            </a:lvl9pPr>
          </a:lstStyle>
          <a:p/>
        </p:txBody>
      </p:sp>
      <p:sp>
        <p:nvSpPr>
          <p:cNvPr id="26" name="Google Shape;26;p4"/>
          <p:cNvSpPr/>
          <p:nvPr>
            <p:ph idx="2" type="pic"/>
          </p:nvPr>
        </p:nvSpPr>
        <p:spPr>
          <a:xfrm>
            <a:off x="1028725" y="3361825"/>
            <a:ext cx="6325800" cy="6045300"/>
          </a:xfrm>
          <a:prstGeom prst="roundRect">
            <a:avLst>
              <a:gd fmla="val 8876" name="adj"/>
            </a:avLst>
          </a:prstGeom>
          <a:noFill/>
          <a:ln>
            <a:noFill/>
          </a:ln>
        </p:spPr>
      </p:sp>
      <p:sp>
        <p:nvSpPr>
          <p:cNvPr id="27" name="Google Shape;27;p4"/>
          <p:cNvSpPr txBox="1"/>
          <p:nvPr>
            <p:ph idx="1" type="body"/>
          </p:nvPr>
        </p:nvSpPr>
        <p:spPr>
          <a:xfrm>
            <a:off x="9232900" y="912450"/>
            <a:ext cx="8229600" cy="8494800"/>
          </a:xfrm>
          <a:prstGeom prst="rect">
            <a:avLst/>
          </a:prstGeom>
          <a:noFill/>
          <a:ln>
            <a:noFill/>
          </a:ln>
        </p:spPr>
        <p:txBody>
          <a:bodyPr anchorCtr="0" anchor="t" bIns="45700" lIns="91425" spcFirstLastPara="1" rIns="91425" wrap="square" tIns="45700">
            <a:normAutofit/>
          </a:bodyPr>
          <a:lstStyle>
            <a:lvl1pPr indent="-355600" lvl="0" marL="457200" marR="0">
              <a:spcBef>
                <a:spcPts val="64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1pPr>
            <a:lvl2pPr indent="-355600" lvl="1" marL="914400" marR="0">
              <a:spcBef>
                <a:spcPts val="56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2pPr>
            <a:lvl3pPr indent="-355600" lvl="2" marL="1371600" marR="0">
              <a:spcBef>
                <a:spcPts val="48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3pPr>
            <a:lvl4pPr indent="-355600" lvl="3" marL="1828800" marR="0">
              <a:spcBef>
                <a:spcPts val="40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4pPr>
            <a:lvl5pPr indent="-355600" lvl="4" marL="2286000" marR="0">
              <a:spcBef>
                <a:spcPts val="40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5pPr>
            <a:lvl6pPr indent="-355600" lvl="5" marL="2743200" marR="0">
              <a:spcBef>
                <a:spcPts val="40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6pPr>
            <a:lvl7pPr indent="-355600" lvl="6" marL="3200400" marR="0">
              <a:spcBef>
                <a:spcPts val="40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7pPr>
            <a:lvl8pPr indent="-355600" lvl="7" marL="3657600" marR="0">
              <a:spcBef>
                <a:spcPts val="40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8pPr>
            <a:lvl9pPr indent="-355600" lvl="8" marL="4114800" marR="0">
              <a:spcBef>
                <a:spcPts val="40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cxnSp>
        <p:nvCxnSpPr>
          <p:cNvPr id="29" name="Google Shape;29;p5"/>
          <p:cNvCxnSpPr/>
          <p:nvPr/>
        </p:nvCxnSpPr>
        <p:spPr>
          <a:xfrm>
            <a:off x="4035062" y="796290"/>
            <a:ext cx="13224300" cy="0"/>
          </a:xfrm>
          <a:prstGeom prst="straightConnector1">
            <a:avLst/>
          </a:prstGeom>
          <a:noFill/>
          <a:ln cap="flat" cmpd="sng" w="9525">
            <a:solidFill>
              <a:srgbClr val="E1DBDA"/>
            </a:solidFill>
            <a:prstDash val="solid"/>
            <a:round/>
            <a:headEnd len="sm" w="sm" type="none"/>
            <a:tailEnd len="sm" w="sm" type="none"/>
          </a:ln>
        </p:spPr>
      </p:cxnSp>
      <p:pic>
        <p:nvPicPr>
          <p:cNvPr id="30" name="Google Shape;30;p5"/>
          <p:cNvPicPr preferRelativeResize="0"/>
          <p:nvPr/>
        </p:nvPicPr>
        <p:blipFill rotWithShape="1">
          <a:blip r:embed="rId2">
            <a:alphaModFix/>
          </a:blip>
          <a:srcRect b="25898" l="0" r="0" t="0"/>
          <a:stretch/>
        </p:blipFill>
        <p:spPr>
          <a:xfrm>
            <a:off x="9415500" y="5441700"/>
            <a:ext cx="8872500" cy="4845299"/>
          </a:xfrm>
          <a:prstGeom prst="rect">
            <a:avLst/>
          </a:prstGeom>
          <a:noFill/>
          <a:ln>
            <a:noFill/>
          </a:ln>
        </p:spPr>
      </p:pic>
      <p:sp>
        <p:nvSpPr>
          <p:cNvPr id="31" name="Google Shape;31;p5"/>
          <p:cNvSpPr txBox="1"/>
          <p:nvPr>
            <p:ph type="title"/>
          </p:nvPr>
        </p:nvSpPr>
        <p:spPr>
          <a:xfrm>
            <a:off x="1028725" y="1696025"/>
            <a:ext cx="16230600" cy="3163500"/>
          </a:xfrm>
          <a:prstGeom prst="rect">
            <a:avLst/>
          </a:prstGeom>
          <a:noFill/>
          <a:ln>
            <a:noFill/>
          </a:ln>
        </p:spPr>
        <p:txBody>
          <a:bodyPr anchorCtr="0" anchor="t" bIns="45700" lIns="91425" spcFirstLastPara="1" rIns="91425" wrap="square" tIns="45700">
            <a:normAutofit/>
          </a:bodyPr>
          <a:lstStyle>
            <a:lvl1pPr lvl="0" marR="0">
              <a:lnSpc>
                <a:spcPct val="80000"/>
              </a:lnSpc>
              <a:spcBef>
                <a:spcPts val="0"/>
              </a:spcBef>
              <a:spcAft>
                <a:spcPts val="0"/>
              </a:spcAft>
              <a:buSzPts val="10000"/>
              <a:buFont typeface="IBM Plex Sans"/>
              <a:buNone/>
              <a:defRPr b="1" i="0" sz="10000" u="none" cap="none" strike="noStrike">
                <a:latin typeface="IBM Plex Sans"/>
                <a:ea typeface="IBM Plex Sans"/>
                <a:cs typeface="IBM Plex Sans"/>
                <a:sym typeface="IBM Plex Sans"/>
              </a:defRPr>
            </a:lvl1pPr>
            <a:lvl2pPr lvl="1">
              <a:spcBef>
                <a:spcPts val="0"/>
              </a:spcBef>
              <a:spcAft>
                <a:spcPts val="0"/>
              </a:spcAft>
              <a:buClr>
                <a:srgbClr val="1A1A1A"/>
              </a:buClr>
              <a:buSzPts val="10000"/>
              <a:buNone/>
              <a:defRPr sz="10000">
                <a:solidFill>
                  <a:srgbClr val="1A1A1A"/>
                </a:solidFill>
              </a:defRPr>
            </a:lvl2pPr>
            <a:lvl3pPr lvl="2">
              <a:spcBef>
                <a:spcPts val="0"/>
              </a:spcBef>
              <a:spcAft>
                <a:spcPts val="0"/>
              </a:spcAft>
              <a:buClr>
                <a:srgbClr val="1A1A1A"/>
              </a:buClr>
              <a:buSzPts val="10000"/>
              <a:buNone/>
              <a:defRPr sz="10000">
                <a:solidFill>
                  <a:srgbClr val="1A1A1A"/>
                </a:solidFill>
              </a:defRPr>
            </a:lvl3pPr>
            <a:lvl4pPr lvl="3">
              <a:spcBef>
                <a:spcPts val="0"/>
              </a:spcBef>
              <a:spcAft>
                <a:spcPts val="0"/>
              </a:spcAft>
              <a:buClr>
                <a:srgbClr val="1A1A1A"/>
              </a:buClr>
              <a:buSzPts val="10000"/>
              <a:buNone/>
              <a:defRPr sz="10000">
                <a:solidFill>
                  <a:srgbClr val="1A1A1A"/>
                </a:solidFill>
              </a:defRPr>
            </a:lvl4pPr>
            <a:lvl5pPr lvl="4">
              <a:spcBef>
                <a:spcPts val="0"/>
              </a:spcBef>
              <a:spcAft>
                <a:spcPts val="0"/>
              </a:spcAft>
              <a:buClr>
                <a:srgbClr val="1A1A1A"/>
              </a:buClr>
              <a:buSzPts val="10000"/>
              <a:buNone/>
              <a:defRPr sz="10000">
                <a:solidFill>
                  <a:srgbClr val="1A1A1A"/>
                </a:solidFill>
              </a:defRPr>
            </a:lvl5pPr>
            <a:lvl6pPr lvl="5">
              <a:spcBef>
                <a:spcPts val="0"/>
              </a:spcBef>
              <a:spcAft>
                <a:spcPts val="0"/>
              </a:spcAft>
              <a:buClr>
                <a:srgbClr val="1A1A1A"/>
              </a:buClr>
              <a:buSzPts val="10000"/>
              <a:buNone/>
              <a:defRPr sz="10000">
                <a:solidFill>
                  <a:srgbClr val="1A1A1A"/>
                </a:solidFill>
              </a:defRPr>
            </a:lvl6pPr>
            <a:lvl7pPr lvl="6">
              <a:spcBef>
                <a:spcPts val="0"/>
              </a:spcBef>
              <a:spcAft>
                <a:spcPts val="0"/>
              </a:spcAft>
              <a:buClr>
                <a:srgbClr val="1A1A1A"/>
              </a:buClr>
              <a:buSzPts val="10000"/>
              <a:buNone/>
              <a:defRPr sz="10000">
                <a:solidFill>
                  <a:srgbClr val="1A1A1A"/>
                </a:solidFill>
              </a:defRPr>
            </a:lvl7pPr>
            <a:lvl8pPr lvl="7">
              <a:spcBef>
                <a:spcPts val="0"/>
              </a:spcBef>
              <a:spcAft>
                <a:spcPts val="0"/>
              </a:spcAft>
              <a:buClr>
                <a:srgbClr val="1A1A1A"/>
              </a:buClr>
              <a:buSzPts val="10000"/>
              <a:buNone/>
              <a:defRPr sz="10000">
                <a:solidFill>
                  <a:srgbClr val="1A1A1A"/>
                </a:solidFill>
              </a:defRPr>
            </a:lvl8pPr>
            <a:lvl9pPr lvl="8">
              <a:spcBef>
                <a:spcPts val="0"/>
              </a:spcBef>
              <a:spcAft>
                <a:spcPts val="0"/>
              </a:spcAft>
              <a:buClr>
                <a:srgbClr val="1A1A1A"/>
              </a:buClr>
              <a:buSzPts val="10000"/>
              <a:buNone/>
              <a:defRPr sz="10000">
                <a:solidFill>
                  <a:srgbClr val="1A1A1A"/>
                </a:solidFill>
              </a:defRPr>
            </a:lvl9pPr>
          </a:lstStyle>
          <a:p/>
        </p:txBody>
      </p:sp>
      <p:sp>
        <p:nvSpPr>
          <p:cNvPr id="32" name="Google Shape;32;p5"/>
          <p:cNvSpPr txBox="1"/>
          <p:nvPr>
            <p:ph idx="2" type="title"/>
          </p:nvPr>
        </p:nvSpPr>
        <p:spPr>
          <a:xfrm>
            <a:off x="1028725" y="668325"/>
            <a:ext cx="2766300" cy="393000"/>
          </a:xfrm>
          <a:prstGeom prst="rect">
            <a:avLst/>
          </a:prstGeom>
          <a:noFill/>
          <a:ln>
            <a:noFill/>
          </a:ln>
        </p:spPr>
        <p:txBody>
          <a:bodyPr anchorCtr="0" anchor="t" bIns="45700" lIns="91425" spcFirstLastPara="1" rIns="91425" wrap="square" tIns="45700">
            <a:normAutofit/>
          </a:bodyPr>
          <a:lstStyle>
            <a:lvl1pPr lvl="0" marR="0" rtl="0">
              <a:lnSpc>
                <a:spcPct val="80000"/>
              </a:lnSpc>
              <a:spcBef>
                <a:spcPts val="0"/>
              </a:spcBef>
              <a:spcAft>
                <a:spcPts val="0"/>
              </a:spcAft>
              <a:buSzPts val="1500"/>
              <a:buFont typeface="Inter ExtraLight"/>
              <a:buNone/>
              <a:defRPr b="0" i="0" sz="1500" u="none" cap="none" strike="noStrike">
                <a:latin typeface="Inter ExtraLight"/>
                <a:ea typeface="Inter ExtraLight"/>
                <a:cs typeface="Inter ExtraLight"/>
                <a:sym typeface="Inter ExtraLight"/>
              </a:defRPr>
            </a:lvl1pPr>
            <a:lvl2pPr lvl="1" rtl="0">
              <a:spcBef>
                <a:spcPts val="0"/>
              </a:spcBef>
              <a:spcAft>
                <a:spcPts val="0"/>
              </a:spcAft>
              <a:buClr>
                <a:srgbClr val="1A1A1A"/>
              </a:buClr>
              <a:buSzPts val="10000"/>
              <a:buNone/>
              <a:defRPr sz="10000">
                <a:solidFill>
                  <a:srgbClr val="1A1A1A"/>
                </a:solidFill>
              </a:defRPr>
            </a:lvl2pPr>
            <a:lvl3pPr lvl="2" rtl="0">
              <a:spcBef>
                <a:spcPts val="0"/>
              </a:spcBef>
              <a:spcAft>
                <a:spcPts val="0"/>
              </a:spcAft>
              <a:buClr>
                <a:srgbClr val="1A1A1A"/>
              </a:buClr>
              <a:buSzPts val="10000"/>
              <a:buNone/>
              <a:defRPr sz="10000">
                <a:solidFill>
                  <a:srgbClr val="1A1A1A"/>
                </a:solidFill>
              </a:defRPr>
            </a:lvl3pPr>
            <a:lvl4pPr lvl="3" rtl="0">
              <a:spcBef>
                <a:spcPts val="0"/>
              </a:spcBef>
              <a:spcAft>
                <a:spcPts val="0"/>
              </a:spcAft>
              <a:buClr>
                <a:srgbClr val="1A1A1A"/>
              </a:buClr>
              <a:buSzPts val="10000"/>
              <a:buNone/>
              <a:defRPr sz="10000">
                <a:solidFill>
                  <a:srgbClr val="1A1A1A"/>
                </a:solidFill>
              </a:defRPr>
            </a:lvl4pPr>
            <a:lvl5pPr lvl="4" rtl="0">
              <a:spcBef>
                <a:spcPts val="0"/>
              </a:spcBef>
              <a:spcAft>
                <a:spcPts val="0"/>
              </a:spcAft>
              <a:buClr>
                <a:srgbClr val="1A1A1A"/>
              </a:buClr>
              <a:buSzPts val="10000"/>
              <a:buNone/>
              <a:defRPr sz="10000">
                <a:solidFill>
                  <a:srgbClr val="1A1A1A"/>
                </a:solidFill>
              </a:defRPr>
            </a:lvl5pPr>
            <a:lvl6pPr lvl="5" rtl="0">
              <a:spcBef>
                <a:spcPts val="0"/>
              </a:spcBef>
              <a:spcAft>
                <a:spcPts val="0"/>
              </a:spcAft>
              <a:buClr>
                <a:srgbClr val="1A1A1A"/>
              </a:buClr>
              <a:buSzPts val="10000"/>
              <a:buNone/>
              <a:defRPr sz="10000">
                <a:solidFill>
                  <a:srgbClr val="1A1A1A"/>
                </a:solidFill>
              </a:defRPr>
            </a:lvl6pPr>
            <a:lvl7pPr lvl="6" rtl="0">
              <a:spcBef>
                <a:spcPts val="0"/>
              </a:spcBef>
              <a:spcAft>
                <a:spcPts val="0"/>
              </a:spcAft>
              <a:buClr>
                <a:srgbClr val="1A1A1A"/>
              </a:buClr>
              <a:buSzPts val="10000"/>
              <a:buNone/>
              <a:defRPr sz="10000">
                <a:solidFill>
                  <a:srgbClr val="1A1A1A"/>
                </a:solidFill>
              </a:defRPr>
            </a:lvl7pPr>
            <a:lvl8pPr lvl="7" rtl="0">
              <a:spcBef>
                <a:spcPts val="0"/>
              </a:spcBef>
              <a:spcAft>
                <a:spcPts val="0"/>
              </a:spcAft>
              <a:buClr>
                <a:srgbClr val="1A1A1A"/>
              </a:buClr>
              <a:buSzPts val="10000"/>
              <a:buNone/>
              <a:defRPr sz="10000">
                <a:solidFill>
                  <a:srgbClr val="1A1A1A"/>
                </a:solidFill>
              </a:defRPr>
            </a:lvl8pPr>
            <a:lvl9pPr lvl="8" rtl="0">
              <a:spcBef>
                <a:spcPts val="0"/>
              </a:spcBef>
              <a:spcAft>
                <a:spcPts val="0"/>
              </a:spcAft>
              <a:buClr>
                <a:srgbClr val="1A1A1A"/>
              </a:buClr>
              <a:buSzPts val="10000"/>
              <a:buNone/>
              <a:defRPr sz="10000">
                <a:solidFill>
                  <a:srgbClr val="1A1A1A"/>
                </a:solidFill>
              </a:defRPr>
            </a:lvl9pPr>
          </a:lstStyle>
          <a:p/>
        </p:txBody>
      </p:sp>
      <p:sp>
        <p:nvSpPr>
          <p:cNvPr id="33" name="Google Shape;33;p5"/>
          <p:cNvSpPr txBox="1"/>
          <p:nvPr>
            <p:ph idx="1" type="body"/>
          </p:nvPr>
        </p:nvSpPr>
        <p:spPr>
          <a:xfrm>
            <a:off x="1028725" y="4804175"/>
            <a:ext cx="8229600" cy="4526100"/>
          </a:xfrm>
          <a:prstGeom prst="rect">
            <a:avLst/>
          </a:prstGeom>
          <a:noFill/>
          <a:ln>
            <a:noFill/>
          </a:ln>
        </p:spPr>
        <p:txBody>
          <a:bodyPr anchorCtr="0" anchor="t" bIns="45700" lIns="91425" spcFirstLastPara="1" rIns="91425" wrap="square" tIns="45700">
            <a:normAutofit/>
          </a:bodyPr>
          <a:lstStyle>
            <a:lvl1pPr indent="-355600" lvl="0" marL="457200" marR="0">
              <a:spcBef>
                <a:spcPts val="64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1pPr>
            <a:lvl2pPr indent="-355600" lvl="1" marL="914400" marR="0">
              <a:spcBef>
                <a:spcPts val="56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2pPr>
            <a:lvl3pPr indent="-355600" lvl="2" marL="1371600" marR="0">
              <a:spcBef>
                <a:spcPts val="48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3pPr>
            <a:lvl4pPr indent="-355600" lvl="3" marL="1828800" marR="0">
              <a:spcBef>
                <a:spcPts val="40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4pPr>
            <a:lvl5pPr indent="-355600" lvl="4" marL="2286000" marR="0">
              <a:spcBef>
                <a:spcPts val="40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5pPr>
            <a:lvl6pPr indent="-355600" lvl="5" marL="2743200" marR="0">
              <a:spcBef>
                <a:spcPts val="40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6pPr>
            <a:lvl7pPr indent="-355600" lvl="6" marL="3200400" marR="0">
              <a:spcBef>
                <a:spcPts val="40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7pPr>
            <a:lvl8pPr indent="-355600" lvl="7" marL="3657600" marR="0">
              <a:spcBef>
                <a:spcPts val="40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8pPr>
            <a:lvl9pPr indent="-355600" lvl="8" marL="4114800" marR="0">
              <a:spcBef>
                <a:spcPts val="40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cxnSp>
        <p:nvCxnSpPr>
          <p:cNvPr id="35" name="Google Shape;35;p6"/>
          <p:cNvCxnSpPr/>
          <p:nvPr/>
        </p:nvCxnSpPr>
        <p:spPr>
          <a:xfrm>
            <a:off x="3622783" y="796290"/>
            <a:ext cx="13636500" cy="0"/>
          </a:xfrm>
          <a:prstGeom prst="straightConnector1">
            <a:avLst/>
          </a:prstGeom>
          <a:noFill/>
          <a:ln cap="flat" cmpd="sng" w="9525">
            <a:solidFill>
              <a:srgbClr val="E1DBDA"/>
            </a:solidFill>
            <a:prstDash val="solid"/>
            <a:round/>
            <a:headEnd len="sm" w="sm" type="none"/>
            <a:tailEnd len="sm" w="sm" type="none"/>
          </a:ln>
        </p:spPr>
      </p:cxnSp>
      <p:pic>
        <p:nvPicPr>
          <p:cNvPr id="36" name="Google Shape;36;p6"/>
          <p:cNvPicPr preferRelativeResize="0"/>
          <p:nvPr/>
        </p:nvPicPr>
        <p:blipFill rotWithShape="1">
          <a:blip r:embed="rId2">
            <a:alphaModFix/>
          </a:blip>
          <a:srcRect b="76093" l="0" r="0" t="0"/>
          <a:stretch/>
        </p:blipFill>
        <p:spPr>
          <a:xfrm>
            <a:off x="9382600" y="7624555"/>
            <a:ext cx="8950100" cy="2662450"/>
          </a:xfrm>
          <a:prstGeom prst="rect">
            <a:avLst/>
          </a:prstGeom>
          <a:noFill/>
          <a:ln>
            <a:noFill/>
          </a:ln>
        </p:spPr>
      </p:pic>
      <p:sp>
        <p:nvSpPr>
          <p:cNvPr id="37" name="Google Shape;37;p6"/>
          <p:cNvSpPr txBox="1"/>
          <p:nvPr>
            <p:ph type="title"/>
          </p:nvPr>
        </p:nvSpPr>
        <p:spPr>
          <a:xfrm>
            <a:off x="1028725" y="1696025"/>
            <a:ext cx="8353800" cy="3163500"/>
          </a:xfrm>
          <a:prstGeom prst="rect">
            <a:avLst/>
          </a:prstGeom>
          <a:noFill/>
          <a:ln>
            <a:noFill/>
          </a:ln>
        </p:spPr>
        <p:txBody>
          <a:bodyPr anchorCtr="0" anchor="t" bIns="45700" lIns="91425" spcFirstLastPara="1" rIns="91425" wrap="square" tIns="45700">
            <a:normAutofit/>
          </a:bodyPr>
          <a:lstStyle>
            <a:lvl1pPr lvl="0" marR="0">
              <a:lnSpc>
                <a:spcPct val="80000"/>
              </a:lnSpc>
              <a:spcBef>
                <a:spcPts val="0"/>
              </a:spcBef>
              <a:spcAft>
                <a:spcPts val="0"/>
              </a:spcAft>
              <a:buSzPts val="10000"/>
              <a:buFont typeface="IBM Plex Sans"/>
              <a:buNone/>
              <a:defRPr b="1" i="0" sz="10000" u="none" cap="none" strike="noStrike">
                <a:latin typeface="IBM Plex Sans"/>
                <a:ea typeface="IBM Plex Sans"/>
                <a:cs typeface="IBM Plex Sans"/>
                <a:sym typeface="IBM Plex Sans"/>
              </a:defRPr>
            </a:lvl1pPr>
            <a:lvl2pPr lvl="1">
              <a:spcBef>
                <a:spcPts val="0"/>
              </a:spcBef>
              <a:spcAft>
                <a:spcPts val="0"/>
              </a:spcAft>
              <a:buClr>
                <a:srgbClr val="1A1A1A"/>
              </a:buClr>
              <a:buSzPts val="10000"/>
              <a:buNone/>
              <a:defRPr sz="10000">
                <a:solidFill>
                  <a:srgbClr val="1A1A1A"/>
                </a:solidFill>
              </a:defRPr>
            </a:lvl2pPr>
            <a:lvl3pPr lvl="2">
              <a:spcBef>
                <a:spcPts val="0"/>
              </a:spcBef>
              <a:spcAft>
                <a:spcPts val="0"/>
              </a:spcAft>
              <a:buClr>
                <a:srgbClr val="1A1A1A"/>
              </a:buClr>
              <a:buSzPts val="10000"/>
              <a:buNone/>
              <a:defRPr sz="10000">
                <a:solidFill>
                  <a:srgbClr val="1A1A1A"/>
                </a:solidFill>
              </a:defRPr>
            </a:lvl3pPr>
            <a:lvl4pPr lvl="3">
              <a:spcBef>
                <a:spcPts val="0"/>
              </a:spcBef>
              <a:spcAft>
                <a:spcPts val="0"/>
              </a:spcAft>
              <a:buClr>
                <a:srgbClr val="1A1A1A"/>
              </a:buClr>
              <a:buSzPts val="10000"/>
              <a:buNone/>
              <a:defRPr sz="10000">
                <a:solidFill>
                  <a:srgbClr val="1A1A1A"/>
                </a:solidFill>
              </a:defRPr>
            </a:lvl4pPr>
            <a:lvl5pPr lvl="4">
              <a:spcBef>
                <a:spcPts val="0"/>
              </a:spcBef>
              <a:spcAft>
                <a:spcPts val="0"/>
              </a:spcAft>
              <a:buClr>
                <a:srgbClr val="1A1A1A"/>
              </a:buClr>
              <a:buSzPts val="10000"/>
              <a:buNone/>
              <a:defRPr sz="10000">
                <a:solidFill>
                  <a:srgbClr val="1A1A1A"/>
                </a:solidFill>
              </a:defRPr>
            </a:lvl5pPr>
            <a:lvl6pPr lvl="5">
              <a:spcBef>
                <a:spcPts val="0"/>
              </a:spcBef>
              <a:spcAft>
                <a:spcPts val="0"/>
              </a:spcAft>
              <a:buClr>
                <a:srgbClr val="1A1A1A"/>
              </a:buClr>
              <a:buSzPts val="10000"/>
              <a:buNone/>
              <a:defRPr sz="10000">
                <a:solidFill>
                  <a:srgbClr val="1A1A1A"/>
                </a:solidFill>
              </a:defRPr>
            </a:lvl6pPr>
            <a:lvl7pPr lvl="6">
              <a:spcBef>
                <a:spcPts val="0"/>
              </a:spcBef>
              <a:spcAft>
                <a:spcPts val="0"/>
              </a:spcAft>
              <a:buClr>
                <a:srgbClr val="1A1A1A"/>
              </a:buClr>
              <a:buSzPts val="10000"/>
              <a:buNone/>
              <a:defRPr sz="10000">
                <a:solidFill>
                  <a:srgbClr val="1A1A1A"/>
                </a:solidFill>
              </a:defRPr>
            </a:lvl7pPr>
            <a:lvl8pPr lvl="7">
              <a:spcBef>
                <a:spcPts val="0"/>
              </a:spcBef>
              <a:spcAft>
                <a:spcPts val="0"/>
              </a:spcAft>
              <a:buClr>
                <a:srgbClr val="1A1A1A"/>
              </a:buClr>
              <a:buSzPts val="10000"/>
              <a:buNone/>
              <a:defRPr sz="10000">
                <a:solidFill>
                  <a:srgbClr val="1A1A1A"/>
                </a:solidFill>
              </a:defRPr>
            </a:lvl8pPr>
            <a:lvl9pPr lvl="8">
              <a:spcBef>
                <a:spcPts val="0"/>
              </a:spcBef>
              <a:spcAft>
                <a:spcPts val="0"/>
              </a:spcAft>
              <a:buClr>
                <a:srgbClr val="1A1A1A"/>
              </a:buClr>
              <a:buSzPts val="10000"/>
              <a:buNone/>
              <a:defRPr sz="10000">
                <a:solidFill>
                  <a:srgbClr val="1A1A1A"/>
                </a:solidFill>
              </a:defRPr>
            </a:lvl9pPr>
          </a:lstStyle>
          <a:p/>
        </p:txBody>
      </p:sp>
      <p:sp>
        <p:nvSpPr>
          <p:cNvPr id="38" name="Google Shape;38;p6"/>
          <p:cNvSpPr txBox="1"/>
          <p:nvPr>
            <p:ph idx="2" type="title"/>
          </p:nvPr>
        </p:nvSpPr>
        <p:spPr>
          <a:xfrm>
            <a:off x="1028725" y="668325"/>
            <a:ext cx="2766300" cy="393000"/>
          </a:xfrm>
          <a:prstGeom prst="rect">
            <a:avLst/>
          </a:prstGeom>
          <a:noFill/>
          <a:ln>
            <a:noFill/>
          </a:ln>
        </p:spPr>
        <p:txBody>
          <a:bodyPr anchorCtr="0" anchor="t" bIns="45700" lIns="91425" spcFirstLastPara="1" rIns="91425" wrap="square" tIns="45700">
            <a:normAutofit/>
          </a:bodyPr>
          <a:lstStyle>
            <a:lvl1pPr lvl="0" marR="0">
              <a:lnSpc>
                <a:spcPct val="80000"/>
              </a:lnSpc>
              <a:spcBef>
                <a:spcPts val="0"/>
              </a:spcBef>
              <a:spcAft>
                <a:spcPts val="0"/>
              </a:spcAft>
              <a:buSzPts val="1500"/>
              <a:buFont typeface="Inter ExtraLight"/>
              <a:buNone/>
              <a:defRPr b="0" i="0" sz="1500" u="none" cap="none" strike="noStrike">
                <a:latin typeface="Inter ExtraLight"/>
                <a:ea typeface="Inter ExtraLight"/>
                <a:cs typeface="Inter ExtraLight"/>
                <a:sym typeface="Inter ExtraLight"/>
              </a:defRPr>
            </a:lvl1pPr>
            <a:lvl2pPr lvl="1">
              <a:spcBef>
                <a:spcPts val="0"/>
              </a:spcBef>
              <a:spcAft>
                <a:spcPts val="0"/>
              </a:spcAft>
              <a:buClr>
                <a:srgbClr val="1A1A1A"/>
              </a:buClr>
              <a:buSzPts val="10000"/>
              <a:buNone/>
              <a:defRPr sz="10000">
                <a:solidFill>
                  <a:srgbClr val="1A1A1A"/>
                </a:solidFill>
              </a:defRPr>
            </a:lvl2pPr>
            <a:lvl3pPr lvl="2">
              <a:spcBef>
                <a:spcPts val="0"/>
              </a:spcBef>
              <a:spcAft>
                <a:spcPts val="0"/>
              </a:spcAft>
              <a:buClr>
                <a:srgbClr val="1A1A1A"/>
              </a:buClr>
              <a:buSzPts val="10000"/>
              <a:buNone/>
              <a:defRPr sz="10000">
                <a:solidFill>
                  <a:srgbClr val="1A1A1A"/>
                </a:solidFill>
              </a:defRPr>
            </a:lvl3pPr>
            <a:lvl4pPr lvl="3">
              <a:spcBef>
                <a:spcPts val="0"/>
              </a:spcBef>
              <a:spcAft>
                <a:spcPts val="0"/>
              </a:spcAft>
              <a:buClr>
                <a:srgbClr val="1A1A1A"/>
              </a:buClr>
              <a:buSzPts val="10000"/>
              <a:buNone/>
              <a:defRPr sz="10000">
                <a:solidFill>
                  <a:srgbClr val="1A1A1A"/>
                </a:solidFill>
              </a:defRPr>
            </a:lvl4pPr>
            <a:lvl5pPr lvl="4">
              <a:spcBef>
                <a:spcPts val="0"/>
              </a:spcBef>
              <a:spcAft>
                <a:spcPts val="0"/>
              </a:spcAft>
              <a:buClr>
                <a:srgbClr val="1A1A1A"/>
              </a:buClr>
              <a:buSzPts val="10000"/>
              <a:buNone/>
              <a:defRPr sz="10000">
                <a:solidFill>
                  <a:srgbClr val="1A1A1A"/>
                </a:solidFill>
              </a:defRPr>
            </a:lvl5pPr>
            <a:lvl6pPr lvl="5">
              <a:spcBef>
                <a:spcPts val="0"/>
              </a:spcBef>
              <a:spcAft>
                <a:spcPts val="0"/>
              </a:spcAft>
              <a:buClr>
                <a:srgbClr val="1A1A1A"/>
              </a:buClr>
              <a:buSzPts val="10000"/>
              <a:buNone/>
              <a:defRPr sz="10000">
                <a:solidFill>
                  <a:srgbClr val="1A1A1A"/>
                </a:solidFill>
              </a:defRPr>
            </a:lvl6pPr>
            <a:lvl7pPr lvl="6">
              <a:spcBef>
                <a:spcPts val="0"/>
              </a:spcBef>
              <a:spcAft>
                <a:spcPts val="0"/>
              </a:spcAft>
              <a:buClr>
                <a:srgbClr val="1A1A1A"/>
              </a:buClr>
              <a:buSzPts val="10000"/>
              <a:buNone/>
              <a:defRPr sz="10000">
                <a:solidFill>
                  <a:srgbClr val="1A1A1A"/>
                </a:solidFill>
              </a:defRPr>
            </a:lvl7pPr>
            <a:lvl8pPr lvl="7">
              <a:spcBef>
                <a:spcPts val="0"/>
              </a:spcBef>
              <a:spcAft>
                <a:spcPts val="0"/>
              </a:spcAft>
              <a:buClr>
                <a:srgbClr val="1A1A1A"/>
              </a:buClr>
              <a:buSzPts val="10000"/>
              <a:buNone/>
              <a:defRPr sz="10000">
                <a:solidFill>
                  <a:srgbClr val="1A1A1A"/>
                </a:solidFill>
              </a:defRPr>
            </a:lvl8pPr>
            <a:lvl9pPr lvl="8">
              <a:spcBef>
                <a:spcPts val="0"/>
              </a:spcBef>
              <a:spcAft>
                <a:spcPts val="0"/>
              </a:spcAft>
              <a:buClr>
                <a:srgbClr val="1A1A1A"/>
              </a:buClr>
              <a:buSzPts val="10000"/>
              <a:buNone/>
              <a:defRPr sz="10000">
                <a:solidFill>
                  <a:srgbClr val="1A1A1A"/>
                </a:solidFill>
              </a:defRPr>
            </a:lvl9pPr>
          </a:lstStyle>
          <a:p/>
        </p:txBody>
      </p:sp>
      <p:sp>
        <p:nvSpPr>
          <p:cNvPr id="39" name="Google Shape;39;p6"/>
          <p:cNvSpPr txBox="1"/>
          <p:nvPr>
            <p:ph idx="1" type="body"/>
          </p:nvPr>
        </p:nvSpPr>
        <p:spPr>
          <a:xfrm>
            <a:off x="1028725" y="5759250"/>
            <a:ext cx="8229600" cy="3570900"/>
          </a:xfrm>
          <a:prstGeom prst="rect">
            <a:avLst/>
          </a:prstGeom>
          <a:noFill/>
          <a:ln>
            <a:noFill/>
          </a:ln>
        </p:spPr>
        <p:txBody>
          <a:bodyPr anchorCtr="0" anchor="t" bIns="45700" lIns="91425" spcFirstLastPara="1" rIns="91425" wrap="square" tIns="45700">
            <a:normAutofit/>
          </a:bodyPr>
          <a:lstStyle>
            <a:lvl1pPr indent="-355600" lvl="0" marL="457200" marR="0">
              <a:spcBef>
                <a:spcPts val="64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1pPr>
            <a:lvl2pPr indent="-355600" lvl="1" marL="914400" marR="0">
              <a:spcBef>
                <a:spcPts val="56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2pPr>
            <a:lvl3pPr indent="-355600" lvl="2" marL="1371600" marR="0">
              <a:spcBef>
                <a:spcPts val="48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3pPr>
            <a:lvl4pPr indent="-355600" lvl="3" marL="1828800" marR="0">
              <a:spcBef>
                <a:spcPts val="40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4pPr>
            <a:lvl5pPr indent="-355600" lvl="4" marL="2286000" marR="0">
              <a:spcBef>
                <a:spcPts val="40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5pPr>
            <a:lvl6pPr indent="-355600" lvl="5" marL="2743200" marR="0">
              <a:spcBef>
                <a:spcPts val="40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6pPr>
            <a:lvl7pPr indent="-355600" lvl="6" marL="3200400" marR="0">
              <a:spcBef>
                <a:spcPts val="40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7pPr>
            <a:lvl8pPr indent="-355600" lvl="7" marL="3657600" marR="0">
              <a:spcBef>
                <a:spcPts val="40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8pPr>
            <a:lvl9pPr indent="-355600" lvl="8" marL="4114800" marR="0">
              <a:spcBef>
                <a:spcPts val="40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9pPr>
          </a:lstStyle>
          <a:p/>
        </p:txBody>
      </p:sp>
      <p:sp>
        <p:nvSpPr>
          <p:cNvPr id="40" name="Google Shape;40;p6"/>
          <p:cNvSpPr/>
          <p:nvPr>
            <p:ph idx="3" type="pic"/>
          </p:nvPr>
        </p:nvSpPr>
        <p:spPr>
          <a:xfrm>
            <a:off x="9382600" y="1649000"/>
            <a:ext cx="7933800" cy="4943700"/>
          </a:xfrm>
          <a:prstGeom prst="roundRect">
            <a:avLst>
              <a:gd fmla="val 3960" name="adj"/>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7"/>
          <p:cNvSpPr/>
          <p:nvPr/>
        </p:nvSpPr>
        <p:spPr>
          <a:xfrm rot="1856613">
            <a:off x="12950604" y="3387835"/>
            <a:ext cx="5185938" cy="6839967"/>
          </a:xfrm>
          <a:custGeom>
            <a:rect b="b" l="l" r="r" t="t"/>
            <a:pathLst>
              <a:path extrusionOk="0" h="5627304" w="4266519">
                <a:moveTo>
                  <a:pt x="0" y="0"/>
                </a:moveTo>
                <a:lnTo>
                  <a:pt x="4266519" y="0"/>
                </a:lnTo>
                <a:lnTo>
                  <a:pt x="4266519" y="5627304"/>
                </a:lnTo>
                <a:lnTo>
                  <a:pt x="0" y="5627304"/>
                </a:lnTo>
                <a:lnTo>
                  <a:pt x="0" y="0"/>
                </a:lnTo>
                <a:close/>
              </a:path>
            </a:pathLst>
          </a:custGeom>
          <a:blipFill rotWithShape="1">
            <a:blip r:embed="rId2">
              <a:alphaModFix/>
            </a:blip>
            <a:stretch>
              <a:fillRect b="0" l="0" r="0" t="0"/>
            </a:stretch>
          </a:blipFill>
          <a:ln>
            <a:noFill/>
          </a:ln>
        </p:spPr>
      </p:sp>
      <p:cxnSp>
        <p:nvCxnSpPr>
          <p:cNvPr id="43" name="Google Shape;43;p7"/>
          <p:cNvCxnSpPr/>
          <p:nvPr/>
        </p:nvCxnSpPr>
        <p:spPr>
          <a:xfrm>
            <a:off x="3622783" y="796290"/>
            <a:ext cx="13636500" cy="0"/>
          </a:xfrm>
          <a:prstGeom prst="straightConnector1">
            <a:avLst/>
          </a:prstGeom>
          <a:noFill/>
          <a:ln cap="flat" cmpd="sng" w="9525">
            <a:solidFill>
              <a:srgbClr val="E1DBDA"/>
            </a:solidFill>
            <a:prstDash val="solid"/>
            <a:round/>
            <a:headEnd len="sm" w="sm" type="none"/>
            <a:tailEnd len="sm" w="sm" type="none"/>
          </a:ln>
        </p:spPr>
      </p:cxnSp>
      <p:sp>
        <p:nvSpPr>
          <p:cNvPr id="44" name="Google Shape;44;p7"/>
          <p:cNvSpPr txBox="1"/>
          <p:nvPr>
            <p:ph type="title"/>
          </p:nvPr>
        </p:nvSpPr>
        <p:spPr>
          <a:xfrm>
            <a:off x="1028725" y="1696025"/>
            <a:ext cx="11834100" cy="3163500"/>
          </a:xfrm>
          <a:prstGeom prst="rect">
            <a:avLst/>
          </a:prstGeom>
          <a:noFill/>
          <a:ln>
            <a:noFill/>
          </a:ln>
        </p:spPr>
        <p:txBody>
          <a:bodyPr anchorCtr="0" anchor="t" bIns="45700" lIns="91425" spcFirstLastPara="1" rIns="91425" wrap="square" tIns="45700">
            <a:normAutofit/>
          </a:bodyPr>
          <a:lstStyle>
            <a:lvl1pPr lvl="0" marR="0">
              <a:lnSpc>
                <a:spcPct val="80000"/>
              </a:lnSpc>
              <a:spcBef>
                <a:spcPts val="0"/>
              </a:spcBef>
              <a:spcAft>
                <a:spcPts val="0"/>
              </a:spcAft>
              <a:buSzPts val="10000"/>
              <a:buFont typeface="IBM Plex Sans"/>
              <a:buNone/>
              <a:defRPr b="1" i="0" sz="10000" u="none" cap="none" strike="noStrike">
                <a:latin typeface="IBM Plex Sans"/>
                <a:ea typeface="IBM Plex Sans"/>
                <a:cs typeface="IBM Plex Sans"/>
                <a:sym typeface="IBM Plex Sans"/>
              </a:defRPr>
            </a:lvl1pPr>
            <a:lvl2pPr lvl="1">
              <a:spcBef>
                <a:spcPts val="0"/>
              </a:spcBef>
              <a:spcAft>
                <a:spcPts val="0"/>
              </a:spcAft>
              <a:buClr>
                <a:srgbClr val="1A1A1A"/>
              </a:buClr>
              <a:buSzPts val="10000"/>
              <a:buNone/>
              <a:defRPr sz="10000">
                <a:solidFill>
                  <a:srgbClr val="1A1A1A"/>
                </a:solidFill>
              </a:defRPr>
            </a:lvl2pPr>
            <a:lvl3pPr lvl="2">
              <a:spcBef>
                <a:spcPts val="0"/>
              </a:spcBef>
              <a:spcAft>
                <a:spcPts val="0"/>
              </a:spcAft>
              <a:buClr>
                <a:srgbClr val="1A1A1A"/>
              </a:buClr>
              <a:buSzPts val="10000"/>
              <a:buNone/>
              <a:defRPr sz="10000">
                <a:solidFill>
                  <a:srgbClr val="1A1A1A"/>
                </a:solidFill>
              </a:defRPr>
            </a:lvl3pPr>
            <a:lvl4pPr lvl="3">
              <a:spcBef>
                <a:spcPts val="0"/>
              </a:spcBef>
              <a:spcAft>
                <a:spcPts val="0"/>
              </a:spcAft>
              <a:buClr>
                <a:srgbClr val="1A1A1A"/>
              </a:buClr>
              <a:buSzPts val="10000"/>
              <a:buNone/>
              <a:defRPr sz="10000">
                <a:solidFill>
                  <a:srgbClr val="1A1A1A"/>
                </a:solidFill>
              </a:defRPr>
            </a:lvl4pPr>
            <a:lvl5pPr lvl="4">
              <a:spcBef>
                <a:spcPts val="0"/>
              </a:spcBef>
              <a:spcAft>
                <a:spcPts val="0"/>
              </a:spcAft>
              <a:buClr>
                <a:srgbClr val="1A1A1A"/>
              </a:buClr>
              <a:buSzPts val="10000"/>
              <a:buNone/>
              <a:defRPr sz="10000">
                <a:solidFill>
                  <a:srgbClr val="1A1A1A"/>
                </a:solidFill>
              </a:defRPr>
            </a:lvl5pPr>
            <a:lvl6pPr lvl="5">
              <a:spcBef>
                <a:spcPts val="0"/>
              </a:spcBef>
              <a:spcAft>
                <a:spcPts val="0"/>
              </a:spcAft>
              <a:buClr>
                <a:srgbClr val="1A1A1A"/>
              </a:buClr>
              <a:buSzPts val="10000"/>
              <a:buNone/>
              <a:defRPr sz="10000">
                <a:solidFill>
                  <a:srgbClr val="1A1A1A"/>
                </a:solidFill>
              </a:defRPr>
            </a:lvl6pPr>
            <a:lvl7pPr lvl="6">
              <a:spcBef>
                <a:spcPts val="0"/>
              </a:spcBef>
              <a:spcAft>
                <a:spcPts val="0"/>
              </a:spcAft>
              <a:buClr>
                <a:srgbClr val="1A1A1A"/>
              </a:buClr>
              <a:buSzPts val="10000"/>
              <a:buNone/>
              <a:defRPr sz="10000">
                <a:solidFill>
                  <a:srgbClr val="1A1A1A"/>
                </a:solidFill>
              </a:defRPr>
            </a:lvl7pPr>
            <a:lvl8pPr lvl="7">
              <a:spcBef>
                <a:spcPts val="0"/>
              </a:spcBef>
              <a:spcAft>
                <a:spcPts val="0"/>
              </a:spcAft>
              <a:buClr>
                <a:srgbClr val="1A1A1A"/>
              </a:buClr>
              <a:buSzPts val="10000"/>
              <a:buNone/>
              <a:defRPr sz="10000">
                <a:solidFill>
                  <a:srgbClr val="1A1A1A"/>
                </a:solidFill>
              </a:defRPr>
            </a:lvl8pPr>
            <a:lvl9pPr lvl="8">
              <a:spcBef>
                <a:spcPts val="0"/>
              </a:spcBef>
              <a:spcAft>
                <a:spcPts val="0"/>
              </a:spcAft>
              <a:buClr>
                <a:srgbClr val="1A1A1A"/>
              </a:buClr>
              <a:buSzPts val="10000"/>
              <a:buNone/>
              <a:defRPr sz="10000">
                <a:solidFill>
                  <a:srgbClr val="1A1A1A"/>
                </a:solidFill>
              </a:defRPr>
            </a:lvl9pPr>
          </a:lstStyle>
          <a:p/>
        </p:txBody>
      </p:sp>
      <p:sp>
        <p:nvSpPr>
          <p:cNvPr id="45" name="Google Shape;45;p7"/>
          <p:cNvSpPr txBox="1"/>
          <p:nvPr>
            <p:ph idx="2" type="title"/>
          </p:nvPr>
        </p:nvSpPr>
        <p:spPr>
          <a:xfrm>
            <a:off x="1028725" y="668325"/>
            <a:ext cx="2766300" cy="393000"/>
          </a:xfrm>
          <a:prstGeom prst="rect">
            <a:avLst/>
          </a:prstGeom>
          <a:noFill/>
          <a:ln>
            <a:noFill/>
          </a:ln>
        </p:spPr>
        <p:txBody>
          <a:bodyPr anchorCtr="0" anchor="t" bIns="45700" lIns="91425" spcFirstLastPara="1" rIns="91425" wrap="square" tIns="45700">
            <a:normAutofit/>
          </a:bodyPr>
          <a:lstStyle>
            <a:lvl1pPr lvl="0" marR="0">
              <a:lnSpc>
                <a:spcPct val="80000"/>
              </a:lnSpc>
              <a:spcBef>
                <a:spcPts val="0"/>
              </a:spcBef>
              <a:spcAft>
                <a:spcPts val="0"/>
              </a:spcAft>
              <a:buSzPts val="1500"/>
              <a:buFont typeface="Inter ExtraLight"/>
              <a:buNone/>
              <a:defRPr b="0" i="0" sz="1500" u="none" cap="none" strike="noStrike">
                <a:latin typeface="Inter ExtraLight"/>
                <a:ea typeface="Inter ExtraLight"/>
                <a:cs typeface="Inter ExtraLight"/>
                <a:sym typeface="Inter ExtraLight"/>
              </a:defRPr>
            </a:lvl1pPr>
            <a:lvl2pPr lvl="1">
              <a:spcBef>
                <a:spcPts val="0"/>
              </a:spcBef>
              <a:spcAft>
                <a:spcPts val="0"/>
              </a:spcAft>
              <a:buClr>
                <a:srgbClr val="1A1A1A"/>
              </a:buClr>
              <a:buSzPts val="10000"/>
              <a:buNone/>
              <a:defRPr sz="10000">
                <a:solidFill>
                  <a:srgbClr val="1A1A1A"/>
                </a:solidFill>
              </a:defRPr>
            </a:lvl2pPr>
            <a:lvl3pPr lvl="2">
              <a:spcBef>
                <a:spcPts val="0"/>
              </a:spcBef>
              <a:spcAft>
                <a:spcPts val="0"/>
              </a:spcAft>
              <a:buClr>
                <a:srgbClr val="1A1A1A"/>
              </a:buClr>
              <a:buSzPts val="10000"/>
              <a:buNone/>
              <a:defRPr sz="10000">
                <a:solidFill>
                  <a:srgbClr val="1A1A1A"/>
                </a:solidFill>
              </a:defRPr>
            </a:lvl3pPr>
            <a:lvl4pPr lvl="3">
              <a:spcBef>
                <a:spcPts val="0"/>
              </a:spcBef>
              <a:spcAft>
                <a:spcPts val="0"/>
              </a:spcAft>
              <a:buClr>
                <a:srgbClr val="1A1A1A"/>
              </a:buClr>
              <a:buSzPts val="10000"/>
              <a:buNone/>
              <a:defRPr sz="10000">
                <a:solidFill>
                  <a:srgbClr val="1A1A1A"/>
                </a:solidFill>
              </a:defRPr>
            </a:lvl4pPr>
            <a:lvl5pPr lvl="4">
              <a:spcBef>
                <a:spcPts val="0"/>
              </a:spcBef>
              <a:spcAft>
                <a:spcPts val="0"/>
              </a:spcAft>
              <a:buClr>
                <a:srgbClr val="1A1A1A"/>
              </a:buClr>
              <a:buSzPts val="10000"/>
              <a:buNone/>
              <a:defRPr sz="10000">
                <a:solidFill>
                  <a:srgbClr val="1A1A1A"/>
                </a:solidFill>
              </a:defRPr>
            </a:lvl5pPr>
            <a:lvl6pPr lvl="5">
              <a:spcBef>
                <a:spcPts val="0"/>
              </a:spcBef>
              <a:spcAft>
                <a:spcPts val="0"/>
              </a:spcAft>
              <a:buClr>
                <a:srgbClr val="1A1A1A"/>
              </a:buClr>
              <a:buSzPts val="10000"/>
              <a:buNone/>
              <a:defRPr sz="10000">
                <a:solidFill>
                  <a:srgbClr val="1A1A1A"/>
                </a:solidFill>
              </a:defRPr>
            </a:lvl6pPr>
            <a:lvl7pPr lvl="6">
              <a:spcBef>
                <a:spcPts val="0"/>
              </a:spcBef>
              <a:spcAft>
                <a:spcPts val="0"/>
              </a:spcAft>
              <a:buClr>
                <a:srgbClr val="1A1A1A"/>
              </a:buClr>
              <a:buSzPts val="10000"/>
              <a:buNone/>
              <a:defRPr sz="10000">
                <a:solidFill>
                  <a:srgbClr val="1A1A1A"/>
                </a:solidFill>
              </a:defRPr>
            </a:lvl7pPr>
            <a:lvl8pPr lvl="7">
              <a:spcBef>
                <a:spcPts val="0"/>
              </a:spcBef>
              <a:spcAft>
                <a:spcPts val="0"/>
              </a:spcAft>
              <a:buClr>
                <a:srgbClr val="1A1A1A"/>
              </a:buClr>
              <a:buSzPts val="10000"/>
              <a:buNone/>
              <a:defRPr sz="10000">
                <a:solidFill>
                  <a:srgbClr val="1A1A1A"/>
                </a:solidFill>
              </a:defRPr>
            </a:lvl8pPr>
            <a:lvl9pPr lvl="8">
              <a:spcBef>
                <a:spcPts val="0"/>
              </a:spcBef>
              <a:spcAft>
                <a:spcPts val="0"/>
              </a:spcAft>
              <a:buClr>
                <a:srgbClr val="1A1A1A"/>
              </a:buClr>
              <a:buSzPts val="10000"/>
              <a:buNone/>
              <a:defRPr sz="10000">
                <a:solidFill>
                  <a:srgbClr val="1A1A1A"/>
                </a:solidFill>
              </a:defRPr>
            </a:lvl9pPr>
          </a:lstStyle>
          <a:p/>
        </p:txBody>
      </p:sp>
      <p:sp>
        <p:nvSpPr>
          <p:cNvPr id="46" name="Google Shape;46;p7"/>
          <p:cNvSpPr txBox="1"/>
          <p:nvPr>
            <p:ph idx="1" type="body"/>
          </p:nvPr>
        </p:nvSpPr>
        <p:spPr>
          <a:xfrm>
            <a:off x="1028725" y="5759250"/>
            <a:ext cx="8229600" cy="3570900"/>
          </a:xfrm>
          <a:prstGeom prst="rect">
            <a:avLst/>
          </a:prstGeom>
          <a:noFill/>
          <a:ln>
            <a:noFill/>
          </a:ln>
        </p:spPr>
        <p:txBody>
          <a:bodyPr anchorCtr="0" anchor="t" bIns="45700" lIns="91425" spcFirstLastPara="1" rIns="91425" wrap="square" tIns="45700">
            <a:normAutofit/>
          </a:bodyPr>
          <a:lstStyle>
            <a:lvl1pPr indent="-355600" lvl="0" marL="457200" marR="0">
              <a:spcBef>
                <a:spcPts val="64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1pPr>
            <a:lvl2pPr indent="-355600" lvl="1" marL="914400" marR="0">
              <a:spcBef>
                <a:spcPts val="56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2pPr>
            <a:lvl3pPr indent="-355600" lvl="2" marL="1371600" marR="0">
              <a:spcBef>
                <a:spcPts val="48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3pPr>
            <a:lvl4pPr indent="-355600" lvl="3" marL="1828800" marR="0">
              <a:spcBef>
                <a:spcPts val="40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4pPr>
            <a:lvl5pPr indent="-355600" lvl="4" marL="2286000" marR="0">
              <a:spcBef>
                <a:spcPts val="40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5pPr>
            <a:lvl6pPr indent="-355600" lvl="5" marL="2743200" marR="0">
              <a:spcBef>
                <a:spcPts val="40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6pPr>
            <a:lvl7pPr indent="-355600" lvl="6" marL="3200400" marR="0">
              <a:spcBef>
                <a:spcPts val="40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7pPr>
            <a:lvl8pPr indent="-355600" lvl="7" marL="3657600" marR="0">
              <a:spcBef>
                <a:spcPts val="40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8pPr>
            <a:lvl9pPr indent="-355600" lvl="8" marL="4114800" marR="0">
              <a:spcBef>
                <a:spcPts val="40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2" name="Shape 52"/>
        <p:cNvGrpSpPr/>
        <p:nvPr/>
      </p:nvGrpSpPr>
      <p:grpSpPr>
        <a:xfrm>
          <a:off x="0" y="0"/>
          <a:ext cx="0" cy="0"/>
          <a:chOff x="0" y="0"/>
          <a:chExt cx="0" cy="0"/>
        </a:xfrm>
      </p:grpSpPr>
      <p:sp>
        <p:nvSpPr>
          <p:cNvPr id="53" name="Google Shape;53;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5" name="Google Shape;55;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6" name="Google Shape;56;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9" name="Shape 59"/>
        <p:cNvGrpSpPr/>
        <p:nvPr/>
      </p:nvGrpSpPr>
      <p:grpSpPr>
        <a:xfrm>
          <a:off x="0" y="0"/>
          <a:ext cx="0" cy="0"/>
          <a:chOff x="0" y="0"/>
          <a:chExt cx="0" cy="0"/>
        </a:xfrm>
      </p:grpSpPr>
      <p:sp>
        <p:nvSpPr>
          <p:cNvPr id="60" name="Google Shape;60;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10"/>
          <p:cNvSpPr/>
          <p:nvPr>
            <p:ph idx="2" type="pic"/>
          </p:nvPr>
        </p:nvSpPr>
        <p:spPr>
          <a:xfrm>
            <a:off x="1792288" y="612775"/>
            <a:ext cx="5486400" cy="4114800"/>
          </a:xfrm>
          <a:prstGeom prst="rect">
            <a:avLst/>
          </a:prstGeom>
          <a:noFill/>
          <a:ln>
            <a:noFill/>
          </a:ln>
        </p:spPr>
      </p:sp>
      <p:sp>
        <p:nvSpPr>
          <p:cNvPr id="62" name="Google Shape;62;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3" name="Google Shape;63;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6" name="Shape 66"/>
        <p:cNvGrpSpPr/>
        <p:nvPr/>
      </p:nvGrpSpPr>
      <p:grpSpPr>
        <a:xfrm>
          <a:off x="0" y="0"/>
          <a:ext cx="0" cy="0"/>
          <a:chOff x="0" y="0"/>
          <a:chExt cx="0" cy="0"/>
        </a:xfrm>
      </p:grpSpPr>
      <p:sp>
        <p:nvSpPr>
          <p:cNvPr id="67" name="Google Shape;67;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9" name="Google Shape;69;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2" name="Shape 72"/>
        <p:cNvGrpSpPr/>
        <p:nvPr/>
      </p:nvGrpSpPr>
      <p:grpSpPr>
        <a:xfrm>
          <a:off x="0" y="0"/>
          <a:ext cx="0" cy="0"/>
          <a:chOff x="0" y="0"/>
          <a:chExt cx="0" cy="0"/>
        </a:xfrm>
      </p:grpSpPr>
      <p:sp>
        <p:nvSpPr>
          <p:cNvPr id="73" name="Google Shape;73;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rmAutofit/>
          </a:bodyPr>
          <a:lstStyle>
            <a:lvl1pPr lvl="0" marR="0" rtl="0">
              <a:spcBef>
                <a:spcPts val="0"/>
              </a:spcBef>
              <a:spcAft>
                <a:spcPts val="0"/>
              </a:spcAft>
              <a:buClr>
                <a:schemeClr val="lt1"/>
              </a:buClr>
              <a:buSzPts val="9000"/>
              <a:buFont typeface="IBM Plex Sans"/>
              <a:buNone/>
              <a:defRPr b="1" i="0" sz="9000" u="none" cap="none" strike="noStrike">
                <a:solidFill>
                  <a:schemeClr val="lt1"/>
                </a:solidFill>
                <a:latin typeface="IBM Plex Sans"/>
                <a:ea typeface="IBM Plex Sans"/>
                <a:cs typeface="IBM Plex Sans"/>
                <a:sym typeface="IBM Plex Sans"/>
              </a:defRPr>
            </a:lvl1pPr>
            <a:lvl2pPr lvl="1">
              <a:spcBef>
                <a:spcPts val="0"/>
              </a:spcBef>
              <a:spcAft>
                <a:spcPts val="0"/>
              </a:spcAft>
              <a:buClr>
                <a:schemeClr val="lt1"/>
              </a:buClr>
              <a:buSzPts val="1400"/>
              <a:buNone/>
              <a:defRPr sz="1800">
                <a:solidFill>
                  <a:schemeClr val="lt1"/>
                </a:solidFill>
              </a:defRPr>
            </a:lvl2pPr>
            <a:lvl3pPr lvl="2">
              <a:spcBef>
                <a:spcPts val="0"/>
              </a:spcBef>
              <a:spcAft>
                <a:spcPts val="0"/>
              </a:spcAft>
              <a:buClr>
                <a:schemeClr val="lt1"/>
              </a:buClr>
              <a:buSzPts val="1400"/>
              <a:buNone/>
              <a:defRPr sz="1800">
                <a:solidFill>
                  <a:schemeClr val="lt1"/>
                </a:solidFill>
              </a:defRPr>
            </a:lvl3pPr>
            <a:lvl4pPr lvl="3">
              <a:spcBef>
                <a:spcPts val="0"/>
              </a:spcBef>
              <a:spcAft>
                <a:spcPts val="0"/>
              </a:spcAft>
              <a:buClr>
                <a:schemeClr val="lt1"/>
              </a:buClr>
              <a:buSzPts val="1400"/>
              <a:buNone/>
              <a:defRPr sz="1800">
                <a:solidFill>
                  <a:schemeClr val="lt1"/>
                </a:solidFill>
              </a:defRPr>
            </a:lvl4pPr>
            <a:lvl5pPr lvl="4">
              <a:spcBef>
                <a:spcPts val="0"/>
              </a:spcBef>
              <a:spcAft>
                <a:spcPts val="0"/>
              </a:spcAft>
              <a:buClr>
                <a:schemeClr val="lt1"/>
              </a:buClr>
              <a:buSzPts val="1400"/>
              <a:buNone/>
              <a:defRPr sz="1800">
                <a:solidFill>
                  <a:schemeClr val="lt1"/>
                </a:solidFill>
              </a:defRPr>
            </a:lvl5pPr>
            <a:lvl6pPr lvl="5">
              <a:spcBef>
                <a:spcPts val="0"/>
              </a:spcBef>
              <a:spcAft>
                <a:spcPts val="0"/>
              </a:spcAft>
              <a:buClr>
                <a:schemeClr val="lt1"/>
              </a:buClr>
              <a:buSzPts val="1400"/>
              <a:buNone/>
              <a:defRPr sz="1800">
                <a:solidFill>
                  <a:schemeClr val="lt1"/>
                </a:solidFill>
              </a:defRPr>
            </a:lvl6pPr>
            <a:lvl7pPr lvl="6">
              <a:spcBef>
                <a:spcPts val="0"/>
              </a:spcBef>
              <a:spcAft>
                <a:spcPts val="0"/>
              </a:spcAft>
              <a:buClr>
                <a:schemeClr val="lt1"/>
              </a:buClr>
              <a:buSzPts val="1400"/>
              <a:buNone/>
              <a:defRPr sz="1800">
                <a:solidFill>
                  <a:schemeClr val="lt1"/>
                </a:solidFill>
              </a:defRPr>
            </a:lvl7pPr>
            <a:lvl8pPr lvl="7">
              <a:spcBef>
                <a:spcPts val="0"/>
              </a:spcBef>
              <a:spcAft>
                <a:spcPts val="0"/>
              </a:spcAft>
              <a:buClr>
                <a:schemeClr val="lt1"/>
              </a:buClr>
              <a:buSzPts val="1400"/>
              <a:buNone/>
              <a:defRPr sz="1800">
                <a:solidFill>
                  <a:schemeClr val="lt1"/>
                </a:solidFill>
              </a:defRPr>
            </a:lvl8pPr>
            <a:lvl9pPr lvl="8">
              <a:spcBef>
                <a:spcPts val="0"/>
              </a:spcBef>
              <a:spcAft>
                <a:spcPts val="0"/>
              </a:spcAft>
              <a:buClr>
                <a:schemeClr val="lt1"/>
              </a:buClr>
              <a:buSzPts val="1400"/>
              <a:buNone/>
              <a:defRPr sz="1800">
                <a:solidFill>
                  <a:schemeClr val="lt1"/>
                </a:solidFill>
              </a:defRPr>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55600" lvl="0" marL="457200" marR="0" rtl="0">
              <a:spcBef>
                <a:spcPts val="64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1pPr>
            <a:lvl2pPr indent="-355600" lvl="1" marL="914400" marR="0" rtl="0">
              <a:spcBef>
                <a:spcPts val="56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2pPr>
            <a:lvl3pPr indent="-355600" lvl="2" marL="1371600" marR="0" rtl="0">
              <a:spcBef>
                <a:spcPts val="48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3pPr>
            <a:lvl4pPr indent="-355600" lvl="3" marL="1828800" marR="0" rtl="0">
              <a:spcBef>
                <a:spcPts val="40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4pPr>
            <a:lvl5pPr indent="-355600" lvl="4" marL="2286000" marR="0" rtl="0">
              <a:spcBef>
                <a:spcPts val="40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5pPr>
            <a:lvl6pPr indent="-355600" lvl="5" marL="2743200" marR="0" rtl="0">
              <a:spcBef>
                <a:spcPts val="40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6pPr>
            <a:lvl7pPr indent="-355600" lvl="6" marL="3200400" marR="0" rtl="0">
              <a:spcBef>
                <a:spcPts val="40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7pPr>
            <a:lvl8pPr indent="-355600" lvl="7" marL="3657600" marR="0" rtl="0">
              <a:spcBef>
                <a:spcPts val="40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8pPr>
            <a:lvl9pPr indent="-355600" lvl="8" marL="4114800" marR="0" rtl="0">
              <a:spcBef>
                <a:spcPts val="400"/>
              </a:spcBef>
              <a:spcAft>
                <a:spcPts val="0"/>
              </a:spcAft>
              <a:buClr>
                <a:schemeClr val="lt1"/>
              </a:buClr>
              <a:buSzPts val="2000"/>
              <a:buFont typeface="Inter Light"/>
              <a:buChar char="•"/>
              <a:defRPr i="0" sz="2000" u="none" cap="none" strike="noStrike">
                <a:solidFill>
                  <a:schemeClr val="lt1"/>
                </a:solidFill>
                <a:latin typeface="Inter Light"/>
                <a:ea typeface="Inter Light"/>
                <a:cs typeface="Inter Light"/>
                <a:sym typeface="Inter Light"/>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81" name="Shape 81"/>
        <p:cNvGrpSpPr/>
        <p:nvPr/>
      </p:nvGrpSpPr>
      <p:grpSpPr>
        <a:xfrm>
          <a:off x="0" y="0"/>
          <a:ext cx="0" cy="0"/>
          <a:chOff x="0" y="0"/>
          <a:chExt cx="0" cy="0"/>
        </a:xfrm>
      </p:grpSpPr>
      <p:sp>
        <p:nvSpPr>
          <p:cNvPr id="82" name="Google Shape;82;p13"/>
          <p:cNvSpPr/>
          <p:nvPr/>
        </p:nvSpPr>
        <p:spPr>
          <a:xfrm flipH="1">
            <a:off x="1982800" y="6173436"/>
            <a:ext cx="6030401" cy="6030401"/>
          </a:xfrm>
          <a:custGeom>
            <a:rect b="b" l="l" r="r" t="t"/>
            <a:pathLst>
              <a:path extrusionOk="0" h="6030401" w="6030401">
                <a:moveTo>
                  <a:pt x="6030401" y="0"/>
                </a:moveTo>
                <a:lnTo>
                  <a:pt x="0" y="0"/>
                </a:lnTo>
                <a:lnTo>
                  <a:pt x="0" y="6030400"/>
                </a:lnTo>
                <a:lnTo>
                  <a:pt x="6030401" y="6030400"/>
                </a:lnTo>
                <a:lnTo>
                  <a:pt x="6030401" y="0"/>
                </a:lnTo>
                <a:close/>
              </a:path>
            </a:pathLst>
          </a:custGeom>
          <a:blipFill rotWithShape="1">
            <a:blip r:embed="rId3">
              <a:alphaModFix/>
            </a:blip>
            <a:stretch>
              <a:fillRect b="0" l="0" r="0" t="0"/>
            </a:stretch>
          </a:blipFill>
          <a:ln>
            <a:noFill/>
          </a:ln>
        </p:spPr>
      </p:sp>
      <p:cxnSp>
        <p:nvCxnSpPr>
          <p:cNvPr id="83" name="Google Shape;83;p13"/>
          <p:cNvCxnSpPr/>
          <p:nvPr/>
        </p:nvCxnSpPr>
        <p:spPr>
          <a:xfrm>
            <a:off x="11917004" y="2381362"/>
            <a:ext cx="972900" cy="0"/>
          </a:xfrm>
          <a:prstGeom prst="straightConnector1">
            <a:avLst/>
          </a:prstGeom>
          <a:noFill/>
          <a:ln cap="flat" cmpd="sng" w="9525">
            <a:solidFill>
              <a:srgbClr val="E1DBDA"/>
            </a:solidFill>
            <a:prstDash val="solid"/>
            <a:round/>
            <a:headEnd len="sm" w="sm" type="none"/>
            <a:tailEnd len="sm" w="sm" type="none"/>
          </a:ln>
        </p:spPr>
      </p:cxnSp>
      <p:sp>
        <p:nvSpPr>
          <p:cNvPr id="84" name="Google Shape;84;p13"/>
          <p:cNvSpPr txBox="1"/>
          <p:nvPr/>
        </p:nvSpPr>
        <p:spPr>
          <a:xfrm>
            <a:off x="1906600" y="704950"/>
            <a:ext cx="14426100" cy="7695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5000">
                <a:solidFill>
                  <a:srgbClr val="E1DBDA"/>
                </a:solidFill>
                <a:latin typeface="IBM Plex Sans Condensed"/>
                <a:ea typeface="IBM Plex Sans Condensed"/>
                <a:cs typeface="IBM Plex Sans Condensed"/>
                <a:sym typeface="IBM Plex Sans Condensed"/>
              </a:rPr>
              <a:t>Santa Clara Oceanic Utilities Transmitter </a:t>
            </a:r>
            <a:endParaRPr sz="5000"/>
          </a:p>
        </p:txBody>
      </p:sp>
      <p:sp>
        <p:nvSpPr>
          <p:cNvPr id="85" name="Google Shape;85;p13"/>
          <p:cNvSpPr txBox="1"/>
          <p:nvPr/>
        </p:nvSpPr>
        <p:spPr>
          <a:xfrm>
            <a:off x="955800" y="1789936"/>
            <a:ext cx="16376400" cy="3078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20000">
                <a:solidFill>
                  <a:srgbClr val="E1DBDA"/>
                </a:solidFill>
                <a:latin typeface="IBM Plex Sans Condensed"/>
                <a:ea typeface="IBM Plex Sans Condensed"/>
                <a:cs typeface="IBM Plex Sans Condensed"/>
                <a:sym typeface="IBM Plex Sans Condensed"/>
              </a:rPr>
              <a:t>S.C.O.U.T</a:t>
            </a:r>
            <a:endParaRPr/>
          </a:p>
        </p:txBody>
      </p:sp>
      <p:sp>
        <p:nvSpPr>
          <p:cNvPr id="86" name="Google Shape;86;p13"/>
          <p:cNvSpPr/>
          <p:nvPr/>
        </p:nvSpPr>
        <p:spPr>
          <a:xfrm>
            <a:off x="1479875" y="4710375"/>
            <a:ext cx="8969700" cy="631500"/>
          </a:xfrm>
          <a:prstGeom prst="roundRect">
            <a:avLst>
              <a:gd fmla="val 16667" name="adj"/>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40000"/>
              </a:lnSpc>
              <a:spcBef>
                <a:spcPts val="0"/>
              </a:spcBef>
              <a:spcAft>
                <a:spcPts val="0"/>
              </a:spcAft>
              <a:buNone/>
            </a:pPr>
            <a:r>
              <a:t/>
            </a:r>
            <a:endParaRPr sz="2100">
              <a:solidFill>
                <a:srgbClr val="E1DBDA"/>
              </a:solidFill>
              <a:latin typeface="Inter"/>
              <a:ea typeface="Inter"/>
              <a:cs typeface="Inter"/>
              <a:sym typeface="Inter"/>
            </a:endParaRPr>
          </a:p>
          <a:p>
            <a:pPr indent="0" lvl="0" marL="0" rtl="0" algn="l">
              <a:lnSpc>
                <a:spcPct val="140000"/>
              </a:lnSpc>
              <a:spcBef>
                <a:spcPts val="0"/>
              </a:spcBef>
              <a:spcAft>
                <a:spcPts val="0"/>
              </a:spcAft>
              <a:buClr>
                <a:schemeClr val="dk1"/>
              </a:buClr>
              <a:buFont typeface="Arial"/>
              <a:buNone/>
            </a:pPr>
            <a:r>
              <a:rPr lang="en-US" sz="2100">
                <a:solidFill>
                  <a:srgbClr val="E1DBDA"/>
                </a:solidFill>
                <a:latin typeface="Inter"/>
                <a:ea typeface="Inter"/>
                <a:cs typeface="Inter"/>
                <a:sym typeface="Inter"/>
              </a:rPr>
              <a:t>John Ryan Myrdal, David Chousal Cantu, Isabella Rodriguez </a:t>
            </a:r>
            <a:endParaRPr>
              <a:solidFill>
                <a:schemeClr val="dk1"/>
              </a:solidFill>
            </a:endParaRPr>
          </a:p>
          <a:p>
            <a:pPr indent="0" lvl="0" marL="0" rtl="0" algn="ctr">
              <a:spcBef>
                <a:spcPts val="0"/>
              </a:spcBef>
              <a:spcAft>
                <a:spcPts val="0"/>
              </a:spcAft>
              <a:buNone/>
            </a:pPr>
            <a:r>
              <a:t/>
            </a:r>
            <a:endParaRPr>
              <a:latin typeface="Inter Light"/>
              <a:ea typeface="Inter Light"/>
              <a:cs typeface="Inter Light"/>
              <a:sym typeface="Inter Light"/>
            </a:endParaRPr>
          </a:p>
        </p:txBody>
      </p:sp>
      <p:pic>
        <p:nvPicPr>
          <p:cNvPr id="87" name="Google Shape;87;p13"/>
          <p:cNvPicPr preferRelativeResize="0"/>
          <p:nvPr/>
        </p:nvPicPr>
        <p:blipFill rotWithShape="1">
          <a:blip r:embed="rId4">
            <a:alphaModFix/>
          </a:blip>
          <a:srcRect b="4793" l="6552" r="7345" t="6278"/>
          <a:stretch/>
        </p:blipFill>
        <p:spPr>
          <a:xfrm>
            <a:off x="11365000" y="2571024"/>
            <a:ext cx="6562200" cy="6777600"/>
          </a:xfrm>
          <a:prstGeom prst="roundRect">
            <a:avLst>
              <a:gd fmla="val 16667" name="adj"/>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91" name="Shape 91"/>
        <p:cNvGrpSpPr/>
        <p:nvPr/>
      </p:nvGrpSpPr>
      <p:grpSpPr>
        <a:xfrm>
          <a:off x="0" y="0"/>
          <a:ext cx="0" cy="0"/>
          <a:chOff x="0" y="0"/>
          <a:chExt cx="0" cy="0"/>
        </a:xfrm>
      </p:grpSpPr>
      <p:grpSp>
        <p:nvGrpSpPr>
          <p:cNvPr id="92" name="Google Shape;92;p14"/>
          <p:cNvGrpSpPr/>
          <p:nvPr/>
        </p:nvGrpSpPr>
        <p:grpSpPr>
          <a:xfrm>
            <a:off x="0" y="-108496"/>
            <a:ext cx="8374731" cy="10395563"/>
            <a:chOff x="0" y="-28575"/>
            <a:chExt cx="2205676" cy="2737908"/>
          </a:xfrm>
        </p:grpSpPr>
        <p:sp>
          <p:nvSpPr>
            <p:cNvPr id="93" name="Google Shape;93;p14"/>
            <p:cNvSpPr/>
            <p:nvPr/>
          </p:nvSpPr>
          <p:spPr>
            <a:xfrm>
              <a:off x="0" y="0"/>
              <a:ext cx="2205676" cy="2709333"/>
            </a:xfrm>
            <a:custGeom>
              <a:rect b="b" l="l" r="r" t="t"/>
              <a:pathLst>
                <a:path extrusionOk="0" h="2709333" w="2205676">
                  <a:moveTo>
                    <a:pt x="0" y="0"/>
                  </a:moveTo>
                  <a:lnTo>
                    <a:pt x="2205676" y="0"/>
                  </a:lnTo>
                  <a:lnTo>
                    <a:pt x="2205676" y="2709333"/>
                  </a:lnTo>
                  <a:lnTo>
                    <a:pt x="0" y="2709333"/>
                  </a:lnTo>
                  <a:close/>
                </a:path>
              </a:pathLst>
            </a:custGeom>
            <a:solidFill>
              <a:srgbClr val="E1DBDA"/>
            </a:solidFill>
            <a:ln>
              <a:noFill/>
            </a:ln>
          </p:spPr>
        </p:sp>
        <p:sp>
          <p:nvSpPr>
            <p:cNvPr id="94" name="Google Shape;94;p14"/>
            <p:cNvSpPr txBox="1"/>
            <p:nvPr/>
          </p:nvSpPr>
          <p:spPr>
            <a:xfrm>
              <a:off x="0" y="-28575"/>
              <a:ext cx="2205600" cy="2737800"/>
            </a:xfrm>
            <a:prstGeom prst="rect">
              <a:avLst/>
            </a:prstGeom>
            <a:noFill/>
            <a:ln>
              <a:noFill/>
            </a:ln>
          </p:spPr>
          <p:txBody>
            <a:bodyPr anchorCtr="0" anchor="ctr" bIns="50800" lIns="50800" spcFirstLastPara="1" rIns="50800" wrap="square" tIns="50800">
              <a:noAutofit/>
            </a:bodyPr>
            <a:lstStyle/>
            <a:p>
              <a:pPr indent="0" lvl="0" marL="0" marR="0" rtl="0" algn="ctr">
                <a:lnSpc>
                  <a:spcPct val="12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5" name="Google Shape;95;p14"/>
          <p:cNvSpPr txBox="1"/>
          <p:nvPr/>
        </p:nvSpPr>
        <p:spPr>
          <a:xfrm>
            <a:off x="1028700" y="878200"/>
            <a:ext cx="7054800" cy="16008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0400" u="none" cap="none" strike="noStrike">
                <a:solidFill>
                  <a:srgbClr val="1A1A1A"/>
                </a:solidFill>
                <a:latin typeface="IBM Plex Sans Condensed"/>
                <a:ea typeface="IBM Plex Sans Condensed"/>
                <a:cs typeface="IBM Plex Sans Condensed"/>
                <a:sym typeface="IBM Plex Sans Condensed"/>
              </a:rPr>
              <a:t>CONTENTS</a:t>
            </a:r>
            <a:endParaRPr/>
          </a:p>
        </p:txBody>
      </p:sp>
      <p:sp>
        <p:nvSpPr>
          <p:cNvPr id="96" name="Google Shape;96;p14"/>
          <p:cNvSpPr/>
          <p:nvPr/>
        </p:nvSpPr>
        <p:spPr>
          <a:xfrm>
            <a:off x="10329239" y="1756175"/>
            <a:ext cx="443750" cy="443750"/>
          </a:xfrm>
          <a:custGeom>
            <a:rect b="b" l="l" r="r" t="t"/>
            <a:pathLst>
              <a:path extrusionOk="0" h="443750" w="443750">
                <a:moveTo>
                  <a:pt x="0" y="0"/>
                </a:moveTo>
                <a:lnTo>
                  <a:pt x="443750" y="0"/>
                </a:lnTo>
                <a:lnTo>
                  <a:pt x="443750" y="443750"/>
                </a:lnTo>
                <a:lnTo>
                  <a:pt x="0" y="443750"/>
                </a:lnTo>
                <a:lnTo>
                  <a:pt x="0" y="0"/>
                </a:lnTo>
                <a:close/>
              </a:path>
            </a:pathLst>
          </a:custGeom>
          <a:blipFill rotWithShape="1">
            <a:blip r:embed="rId3">
              <a:alphaModFix/>
            </a:blip>
            <a:stretch>
              <a:fillRect b="0" l="0" r="0" t="0"/>
            </a:stretch>
          </a:blipFill>
          <a:ln>
            <a:noFill/>
          </a:ln>
        </p:spPr>
      </p:sp>
      <p:sp>
        <p:nvSpPr>
          <p:cNvPr id="97" name="Google Shape;97;p14"/>
          <p:cNvSpPr/>
          <p:nvPr/>
        </p:nvSpPr>
        <p:spPr>
          <a:xfrm>
            <a:off x="10329239" y="2634353"/>
            <a:ext cx="443750" cy="443750"/>
          </a:xfrm>
          <a:custGeom>
            <a:rect b="b" l="l" r="r" t="t"/>
            <a:pathLst>
              <a:path extrusionOk="0" h="443750" w="443750">
                <a:moveTo>
                  <a:pt x="0" y="0"/>
                </a:moveTo>
                <a:lnTo>
                  <a:pt x="443750" y="0"/>
                </a:lnTo>
                <a:lnTo>
                  <a:pt x="443750" y="443749"/>
                </a:lnTo>
                <a:lnTo>
                  <a:pt x="0" y="443749"/>
                </a:lnTo>
                <a:lnTo>
                  <a:pt x="0" y="0"/>
                </a:lnTo>
                <a:close/>
              </a:path>
            </a:pathLst>
          </a:custGeom>
          <a:blipFill rotWithShape="1">
            <a:blip r:embed="rId3">
              <a:alphaModFix/>
            </a:blip>
            <a:stretch>
              <a:fillRect b="0" l="0" r="0" t="0"/>
            </a:stretch>
          </a:blipFill>
          <a:ln>
            <a:noFill/>
          </a:ln>
        </p:spPr>
      </p:sp>
      <p:sp>
        <p:nvSpPr>
          <p:cNvPr id="98" name="Google Shape;98;p14"/>
          <p:cNvSpPr/>
          <p:nvPr/>
        </p:nvSpPr>
        <p:spPr>
          <a:xfrm>
            <a:off x="10329239" y="3516252"/>
            <a:ext cx="443750" cy="443750"/>
          </a:xfrm>
          <a:custGeom>
            <a:rect b="b" l="l" r="r" t="t"/>
            <a:pathLst>
              <a:path extrusionOk="0" h="443750" w="443750">
                <a:moveTo>
                  <a:pt x="0" y="0"/>
                </a:moveTo>
                <a:lnTo>
                  <a:pt x="443750" y="0"/>
                </a:lnTo>
                <a:lnTo>
                  <a:pt x="443750" y="443750"/>
                </a:lnTo>
                <a:lnTo>
                  <a:pt x="0" y="443750"/>
                </a:lnTo>
                <a:lnTo>
                  <a:pt x="0" y="0"/>
                </a:lnTo>
                <a:close/>
              </a:path>
            </a:pathLst>
          </a:custGeom>
          <a:blipFill rotWithShape="1">
            <a:blip r:embed="rId3">
              <a:alphaModFix/>
            </a:blip>
            <a:stretch>
              <a:fillRect b="0" l="0" r="0" t="0"/>
            </a:stretch>
          </a:blipFill>
          <a:ln>
            <a:noFill/>
          </a:ln>
        </p:spPr>
      </p:sp>
      <p:sp>
        <p:nvSpPr>
          <p:cNvPr id="99" name="Google Shape;99;p14"/>
          <p:cNvSpPr/>
          <p:nvPr/>
        </p:nvSpPr>
        <p:spPr>
          <a:xfrm>
            <a:off x="10329239" y="4398152"/>
            <a:ext cx="443750" cy="443750"/>
          </a:xfrm>
          <a:custGeom>
            <a:rect b="b" l="l" r="r" t="t"/>
            <a:pathLst>
              <a:path extrusionOk="0" h="443750" w="443750">
                <a:moveTo>
                  <a:pt x="0" y="0"/>
                </a:moveTo>
                <a:lnTo>
                  <a:pt x="443750" y="0"/>
                </a:lnTo>
                <a:lnTo>
                  <a:pt x="443750" y="443749"/>
                </a:lnTo>
                <a:lnTo>
                  <a:pt x="0" y="443749"/>
                </a:lnTo>
                <a:lnTo>
                  <a:pt x="0" y="0"/>
                </a:lnTo>
                <a:close/>
              </a:path>
            </a:pathLst>
          </a:custGeom>
          <a:blipFill rotWithShape="1">
            <a:blip r:embed="rId3">
              <a:alphaModFix/>
            </a:blip>
            <a:stretch>
              <a:fillRect b="0" l="0" r="0" t="0"/>
            </a:stretch>
          </a:blipFill>
          <a:ln>
            <a:noFill/>
          </a:ln>
        </p:spPr>
      </p:sp>
      <p:sp>
        <p:nvSpPr>
          <p:cNvPr id="100" name="Google Shape;100;p14"/>
          <p:cNvSpPr/>
          <p:nvPr/>
        </p:nvSpPr>
        <p:spPr>
          <a:xfrm>
            <a:off x="10329239" y="5280051"/>
            <a:ext cx="443750" cy="443750"/>
          </a:xfrm>
          <a:custGeom>
            <a:rect b="b" l="l" r="r" t="t"/>
            <a:pathLst>
              <a:path extrusionOk="0" h="443750" w="443750">
                <a:moveTo>
                  <a:pt x="0" y="0"/>
                </a:moveTo>
                <a:lnTo>
                  <a:pt x="443750" y="0"/>
                </a:lnTo>
                <a:lnTo>
                  <a:pt x="443750" y="443750"/>
                </a:lnTo>
                <a:lnTo>
                  <a:pt x="0" y="443750"/>
                </a:lnTo>
                <a:lnTo>
                  <a:pt x="0" y="0"/>
                </a:lnTo>
                <a:close/>
              </a:path>
            </a:pathLst>
          </a:custGeom>
          <a:blipFill rotWithShape="1">
            <a:blip r:embed="rId3">
              <a:alphaModFix/>
            </a:blip>
            <a:stretch>
              <a:fillRect b="0" l="0" r="0" t="0"/>
            </a:stretch>
          </a:blipFill>
          <a:ln>
            <a:noFill/>
          </a:ln>
        </p:spPr>
      </p:sp>
      <p:sp>
        <p:nvSpPr>
          <p:cNvPr id="101" name="Google Shape;101;p14"/>
          <p:cNvSpPr/>
          <p:nvPr/>
        </p:nvSpPr>
        <p:spPr>
          <a:xfrm>
            <a:off x="10329239" y="6161951"/>
            <a:ext cx="443750" cy="443750"/>
          </a:xfrm>
          <a:custGeom>
            <a:rect b="b" l="l" r="r" t="t"/>
            <a:pathLst>
              <a:path extrusionOk="0" h="443750" w="443750">
                <a:moveTo>
                  <a:pt x="0" y="0"/>
                </a:moveTo>
                <a:lnTo>
                  <a:pt x="443750" y="0"/>
                </a:lnTo>
                <a:lnTo>
                  <a:pt x="443750" y="443749"/>
                </a:lnTo>
                <a:lnTo>
                  <a:pt x="0" y="443749"/>
                </a:lnTo>
                <a:lnTo>
                  <a:pt x="0" y="0"/>
                </a:lnTo>
                <a:close/>
              </a:path>
            </a:pathLst>
          </a:custGeom>
          <a:blipFill rotWithShape="1">
            <a:blip r:embed="rId3">
              <a:alphaModFix/>
            </a:blip>
            <a:stretch>
              <a:fillRect b="0" l="0" r="0" t="0"/>
            </a:stretch>
          </a:blipFill>
          <a:ln>
            <a:noFill/>
          </a:ln>
        </p:spPr>
      </p:sp>
      <p:sp>
        <p:nvSpPr>
          <p:cNvPr id="102" name="Google Shape;102;p14"/>
          <p:cNvSpPr/>
          <p:nvPr/>
        </p:nvSpPr>
        <p:spPr>
          <a:xfrm>
            <a:off x="10329239" y="7043850"/>
            <a:ext cx="443750" cy="443750"/>
          </a:xfrm>
          <a:custGeom>
            <a:rect b="b" l="l" r="r" t="t"/>
            <a:pathLst>
              <a:path extrusionOk="0" h="443750" w="443750">
                <a:moveTo>
                  <a:pt x="0" y="0"/>
                </a:moveTo>
                <a:lnTo>
                  <a:pt x="443750" y="0"/>
                </a:lnTo>
                <a:lnTo>
                  <a:pt x="443750" y="443750"/>
                </a:lnTo>
                <a:lnTo>
                  <a:pt x="0" y="443750"/>
                </a:lnTo>
                <a:lnTo>
                  <a:pt x="0" y="0"/>
                </a:lnTo>
                <a:close/>
              </a:path>
            </a:pathLst>
          </a:custGeom>
          <a:blipFill rotWithShape="1">
            <a:blip r:embed="rId3">
              <a:alphaModFix/>
            </a:blip>
            <a:stretch>
              <a:fillRect b="0" l="0" r="0" t="0"/>
            </a:stretch>
          </a:blipFill>
          <a:ln>
            <a:noFill/>
          </a:ln>
        </p:spPr>
      </p:sp>
      <p:sp>
        <p:nvSpPr>
          <p:cNvPr id="103" name="Google Shape;103;p14"/>
          <p:cNvSpPr/>
          <p:nvPr/>
        </p:nvSpPr>
        <p:spPr>
          <a:xfrm>
            <a:off x="10329239" y="7925750"/>
            <a:ext cx="443750" cy="443750"/>
          </a:xfrm>
          <a:custGeom>
            <a:rect b="b" l="l" r="r" t="t"/>
            <a:pathLst>
              <a:path extrusionOk="0" h="443750" w="443750">
                <a:moveTo>
                  <a:pt x="0" y="0"/>
                </a:moveTo>
                <a:lnTo>
                  <a:pt x="443750" y="0"/>
                </a:lnTo>
                <a:lnTo>
                  <a:pt x="443750" y="443749"/>
                </a:lnTo>
                <a:lnTo>
                  <a:pt x="0" y="443749"/>
                </a:lnTo>
                <a:lnTo>
                  <a:pt x="0" y="0"/>
                </a:lnTo>
                <a:close/>
              </a:path>
            </a:pathLst>
          </a:custGeom>
          <a:blipFill rotWithShape="1">
            <a:blip r:embed="rId3">
              <a:alphaModFix/>
            </a:blip>
            <a:stretch>
              <a:fillRect b="0" l="0" r="0" t="0"/>
            </a:stretch>
          </a:blipFill>
          <a:ln>
            <a:noFill/>
          </a:ln>
        </p:spPr>
      </p:sp>
      <p:sp>
        <p:nvSpPr>
          <p:cNvPr id="104" name="Google Shape;104;p14"/>
          <p:cNvSpPr txBox="1"/>
          <p:nvPr/>
        </p:nvSpPr>
        <p:spPr>
          <a:xfrm>
            <a:off x="11103302" y="1756163"/>
            <a:ext cx="6325800" cy="7539300"/>
          </a:xfrm>
          <a:prstGeom prst="rect">
            <a:avLst/>
          </a:prstGeom>
          <a:noFill/>
          <a:ln>
            <a:noFill/>
          </a:ln>
        </p:spPr>
        <p:txBody>
          <a:bodyPr anchorCtr="0" anchor="t" bIns="0" lIns="0" spcFirstLastPara="1" rIns="0" wrap="square" tIns="0">
            <a:spAutoFit/>
          </a:bodyPr>
          <a:lstStyle/>
          <a:p>
            <a:pPr indent="0" lvl="0" marL="0" marR="0" rtl="0" algn="l">
              <a:lnSpc>
                <a:spcPct val="185000"/>
              </a:lnSpc>
              <a:spcBef>
                <a:spcPts val="0"/>
              </a:spcBef>
              <a:spcAft>
                <a:spcPts val="0"/>
              </a:spcAft>
              <a:buNone/>
            </a:pPr>
            <a:r>
              <a:rPr lang="en-US" sz="3100">
                <a:solidFill>
                  <a:srgbClr val="E1DBDA"/>
                </a:solidFill>
                <a:latin typeface="Inter"/>
                <a:ea typeface="Inter"/>
                <a:cs typeface="Inter"/>
                <a:sym typeface="Inter"/>
              </a:rPr>
              <a:t>Background/Motivation</a:t>
            </a:r>
            <a:endParaRPr sz="3100">
              <a:solidFill>
                <a:srgbClr val="E1DBDA"/>
              </a:solidFill>
              <a:latin typeface="Inter"/>
              <a:ea typeface="Inter"/>
              <a:cs typeface="Inter"/>
              <a:sym typeface="Inter"/>
            </a:endParaRPr>
          </a:p>
          <a:p>
            <a:pPr indent="0" lvl="0" marL="0" marR="0" rtl="0" algn="l">
              <a:lnSpc>
                <a:spcPct val="185000"/>
              </a:lnSpc>
              <a:spcBef>
                <a:spcPts val="0"/>
              </a:spcBef>
              <a:spcAft>
                <a:spcPts val="0"/>
              </a:spcAft>
              <a:buNone/>
            </a:pPr>
            <a:r>
              <a:rPr lang="en-US" sz="3100">
                <a:solidFill>
                  <a:srgbClr val="E1DBDA"/>
                </a:solidFill>
                <a:latin typeface="Inter"/>
                <a:ea typeface="Inter"/>
                <a:cs typeface="Inter"/>
                <a:sym typeface="Inter"/>
              </a:rPr>
              <a:t>Problem Needs Statement</a:t>
            </a:r>
            <a:endParaRPr sz="3100">
              <a:solidFill>
                <a:srgbClr val="E1DBDA"/>
              </a:solidFill>
              <a:latin typeface="Inter"/>
              <a:ea typeface="Inter"/>
              <a:cs typeface="Inter"/>
              <a:sym typeface="Inter"/>
            </a:endParaRPr>
          </a:p>
          <a:p>
            <a:pPr indent="0" lvl="0" marL="0" marR="0" rtl="0" algn="l">
              <a:lnSpc>
                <a:spcPct val="185000"/>
              </a:lnSpc>
              <a:spcBef>
                <a:spcPts val="0"/>
              </a:spcBef>
              <a:spcAft>
                <a:spcPts val="0"/>
              </a:spcAft>
              <a:buNone/>
            </a:pPr>
            <a:r>
              <a:rPr lang="en-US" sz="3100">
                <a:solidFill>
                  <a:srgbClr val="E1DBDA"/>
                </a:solidFill>
                <a:latin typeface="Inter"/>
                <a:ea typeface="Inter"/>
                <a:cs typeface="Inter"/>
                <a:sym typeface="Inter"/>
              </a:rPr>
              <a:t>Stakeholders and Ecosystem Dimensions/factors to consider</a:t>
            </a:r>
            <a:endParaRPr sz="3100">
              <a:solidFill>
                <a:srgbClr val="E1DBDA"/>
              </a:solidFill>
              <a:latin typeface="Inter"/>
              <a:ea typeface="Inter"/>
              <a:cs typeface="Inter"/>
              <a:sym typeface="Inter"/>
            </a:endParaRPr>
          </a:p>
          <a:p>
            <a:pPr indent="0" lvl="0" marL="0" marR="0" rtl="0" algn="l">
              <a:lnSpc>
                <a:spcPct val="185000"/>
              </a:lnSpc>
              <a:spcBef>
                <a:spcPts val="0"/>
              </a:spcBef>
              <a:spcAft>
                <a:spcPts val="0"/>
              </a:spcAft>
              <a:buNone/>
            </a:pPr>
            <a:r>
              <a:rPr lang="en-US" sz="3100">
                <a:solidFill>
                  <a:srgbClr val="E1DBDA"/>
                </a:solidFill>
                <a:latin typeface="Inter"/>
                <a:ea typeface="Inter"/>
                <a:cs typeface="Inter"/>
                <a:sym typeface="Inter"/>
              </a:rPr>
              <a:t>Initial project scope</a:t>
            </a:r>
            <a:endParaRPr sz="3100">
              <a:solidFill>
                <a:srgbClr val="E1DBDA"/>
              </a:solidFill>
              <a:latin typeface="Inter"/>
              <a:ea typeface="Inter"/>
              <a:cs typeface="Inter"/>
              <a:sym typeface="Inter"/>
            </a:endParaRPr>
          </a:p>
          <a:p>
            <a:pPr indent="0" lvl="0" marL="0" marR="0" rtl="0" algn="l">
              <a:lnSpc>
                <a:spcPct val="185000"/>
              </a:lnSpc>
              <a:spcBef>
                <a:spcPts val="0"/>
              </a:spcBef>
              <a:spcAft>
                <a:spcPts val="0"/>
              </a:spcAft>
              <a:buNone/>
            </a:pPr>
            <a:r>
              <a:rPr lang="en-US" sz="3100">
                <a:solidFill>
                  <a:srgbClr val="E1DBDA"/>
                </a:solidFill>
                <a:latin typeface="Inter"/>
                <a:ea typeface="Inter"/>
                <a:cs typeface="Inter"/>
                <a:sym typeface="Inter"/>
              </a:rPr>
              <a:t>Team roles and assets</a:t>
            </a:r>
            <a:endParaRPr sz="3100">
              <a:solidFill>
                <a:srgbClr val="E1DBDA"/>
              </a:solidFill>
              <a:latin typeface="Inter"/>
              <a:ea typeface="Inter"/>
              <a:cs typeface="Inter"/>
              <a:sym typeface="Inter"/>
            </a:endParaRPr>
          </a:p>
          <a:p>
            <a:pPr indent="0" lvl="0" marL="0" marR="0" rtl="0" algn="l">
              <a:lnSpc>
                <a:spcPct val="185000"/>
              </a:lnSpc>
              <a:spcBef>
                <a:spcPts val="0"/>
              </a:spcBef>
              <a:spcAft>
                <a:spcPts val="0"/>
              </a:spcAft>
              <a:buNone/>
            </a:pPr>
            <a:r>
              <a:rPr lang="en-US" sz="3100">
                <a:solidFill>
                  <a:srgbClr val="E1DBDA"/>
                </a:solidFill>
                <a:latin typeface="Inter"/>
                <a:ea typeface="Inter"/>
                <a:cs typeface="Inter"/>
                <a:sym typeface="Inter"/>
              </a:rPr>
              <a:t>Technical electives/Courses</a:t>
            </a:r>
            <a:endParaRPr sz="3100">
              <a:solidFill>
                <a:srgbClr val="E1DBDA"/>
              </a:solidFill>
              <a:latin typeface="Inter"/>
              <a:ea typeface="Inter"/>
              <a:cs typeface="Inter"/>
              <a:sym typeface="Inter"/>
            </a:endParaRPr>
          </a:p>
          <a:p>
            <a:pPr indent="0" lvl="0" marL="0" marR="0" rtl="0" algn="l">
              <a:lnSpc>
                <a:spcPct val="185000"/>
              </a:lnSpc>
              <a:spcBef>
                <a:spcPts val="0"/>
              </a:spcBef>
              <a:spcAft>
                <a:spcPts val="0"/>
              </a:spcAft>
              <a:buNone/>
            </a:pPr>
            <a:r>
              <a:rPr lang="en-US" sz="3100">
                <a:solidFill>
                  <a:srgbClr val="E1DBDA"/>
                </a:solidFill>
                <a:latin typeface="Inter"/>
                <a:ea typeface="Inter"/>
                <a:cs typeface="Inter"/>
                <a:sym typeface="Inter"/>
              </a:rPr>
              <a:t>Conclusions</a:t>
            </a:r>
            <a:endParaRPr sz="3100">
              <a:solidFill>
                <a:srgbClr val="E1DBDA"/>
              </a:solidFill>
              <a:latin typeface="Inter"/>
              <a:ea typeface="Inter"/>
              <a:cs typeface="Inter"/>
              <a:sym typeface="Inter"/>
            </a:endParaRPr>
          </a:p>
          <a:p>
            <a:pPr indent="0" lvl="0" marL="0" marR="0" rtl="0" algn="l">
              <a:lnSpc>
                <a:spcPct val="185000"/>
              </a:lnSpc>
              <a:spcBef>
                <a:spcPts val="0"/>
              </a:spcBef>
              <a:spcAft>
                <a:spcPts val="0"/>
              </a:spcAft>
              <a:buNone/>
            </a:pPr>
            <a:r>
              <a:rPr lang="en-US" sz="3100">
                <a:solidFill>
                  <a:srgbClr val="E1DBDA"/>
                </a:solidFill>
                <a:latin typeface="Inter"/>
                <a:ea typeface="Inter"/>
                <a:cs typeface="Inter"/>
                <a:sym typeface="Inter"/>
              </a:rPr>
              <a:t>References</a:t>
            </a:r>
            <a:endParaRPr sz="3100">
              <a:solidFill>
                <a:srgbClr val="E1DBDA"/>
              </a:solidFill>
              <a:latin typeface="Inter"/>
              <a:ea typeface="Inter"/>
              <a:cs typeface="Inter"/>
              <a:sym typeface="Inter"/>
            </a:endParaRPr>
          </a:p>
        </p:txBody>
      </p:sp>
      <p:sp>
        <p:nvSpPr>
          <p:cNvPr id="105" name="Google Shape;105;p14"/>
          <p:cNvSpPr/>
          <p:nvPr/>
        </p:nvSpPr>
        <p:spPr>
          <a:xfrm>
            <a:off x="10329239" y="8807650"/>
            <a:ext cx="443750" cy="443750"/>
          </a:xfrm>
          <a:custGeom>
            <a:rect b="b" l="l" r="r" t="t"/>
            <a:pathLst>
              <a:path extrusionOk="0" h="443750" w="443750">
                <a:moveTo>
                  <a:pt x="0" y="0"/>
                </a:moveTo>
                <a:lnTo>
                  <a:pt x="443750" y="0"/>
                </a:lnTo>
                <a:lnTo>
                  <a:pt x="443750" y="443749"/>
                </a:lnTo>
                <a:lnTo>
                  <a:pt x="0" y="443749"/>
                </a:lnTo>
                <a:lnTo>
                  <a:pt x="0" y="0"/>
                </a:lnTo>
                <a:close/>
              </a:path>
            </a:pathLst>
          </a:custGeom>
          <a:blipFill rotWithShape="1">
            <a:blip r:embed="rId3">
              <a:alphaModFix/>
            </a:blip>
            <a:stretch>
              <a:fillRect b="0" l="0" r="0" t="0"/>
            </a:stretch>
          </a:blipFill>
          <a:ln>
            <a:noFill/>
          </a:ln>
        </p:spPr>
      </p:sp>
      <p:pic>
        <p:nvPicPr>
          <p:cNvPr id="106" name="Google Shape;106;p14"/>
          <p:cNvPicPr preferRelativeResize="0"/>
          <p:nvPr/>
        </p:nvPicPr>
        <p:blipFill>
          <a:blip r:embed="rId4">
            <a:alphaModFix/>
          </a:blip>
          <a:stretch>
            <a:fillRect/>
          </a:stretch>
        </p:blipFill>
        <p:spPr>
          <a:xfrm>
            <a:off x="1222936" y="2679625"/>
            <a:ext cx="5928850" cy="74083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110" name="Shape 110"/>
        <p:cNvGrpSpPr/>
        <p:nvPr/>
      </p:nvGrpSpPr>
      <p:grpSpPr>
        <a:xfrm>
          <a:off x="0" y="0"/>
          <a:ext cx="0" cy="0"/>
          <a:chOff x="0" y="0"/>
          <a:chExt cx="0" cy="0"/>
        </a:xfrm>
      </p:grpSpPr>
      <p:sp>
        <p:nvSpPr>
          <p:cNvPr id="111" name="Google Shape;111;p15"/>
          <p:cNvSpPr txBox="1"/>
          <p:nvPr/>
        </p:nvSpPr>
        <p:spPr>
          <a:xfrm>
            <a:off x="1028700" y="1705017"/>
            <a:ext cx="7422000" cy="22164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8000">
                <a:solidFill>
                  <a:srgbClr val="E1DBDA"/>
                </a:solidFill>
                <a:latin typeface="IBM Plex Sans Condensed"/>
                <a:ea typeface="IBM Plex Sans Condensed"/>
                <a:cs typeface="IBM Plex Sans Condensed"/>
                <a:sym typeface="IBM Plex Sans Condensed"/>
              </a:rPr>
              <a:t>Background &amp; Motivation</a:t>
            </a:r>
            <a:endParaRPr/>
          </a:p>
        </p:txBody>
      </p:sp>
      <p:cxnSp>
        <p:nvCxnSpPr>
          <p:cNvPr id="112" name="Google Shape;112;p15"/>
          <p:cNvCxnSpPr/>
          <p:nvPr/>
        </p:nvCxnSpPr>
        <p:spPr>
          <a:xfrm>
            <a:off x="3622783" y="796290"/>
            <a:ext cx="13636500" cy="0"/>
          </a:xfrm>
          <a:prstGeom prst="straightConnector1">
            <a:avLst/>
          </a:prstGeom>
          <a:noFill/>
          <a:ln cap="flat" cmpd="sng" w="9525">
            <a:solidFill>
              <a:srgbClr val="E1DBDA"/>
            </a:solidFill>
            <a:prstDash val="solid"/>
            <a:round/>
            <a:headEnd len="sm" w="sm" type="none"/>
            <a:tailEnd len="sm" w="sm" type="none"/>
          </a:ln>
        </p:spPr>
      </p:cxnSp>
      <p:sp>
        <p:nvSpPr>
          <p:cNvPr id="113" name="Google Shape;113;p15"/>
          <p:cNvSpPr txBox="1"/>
          <p:nvPr/>
        </p:nvSpPr>
        <p:spPr>
          <a:xfrm>
            <a:off x="697209" y="4140425"/>
            <a:ext cx="7753500" cy="5171700"/>
          </a:xfrm>
          <a:prstGeom prst="rect">
            <a:avLst/>
          </a:prstGeom>
          <a:noFill/>
          <a:ln>
            <a:noFill/>
          </a:ln>
        </p:spPr>
        <p:txBody>
          <a:bodyPr anchorCtr="0" anchor="t" bIns="0" lIns="0" spcFirstLastPara="1" rIns="0" wrap="square" tIns="0">
            <a:spAutoFit/>
          </a:bodyPr>
          <a:lstStyle/>
          <a:p>
            <a:pPr indent="-226695" lvl="1" marL="453390" marR="0" rtl="0" algn="l">
              <a:lnSpc>
                <a:spcPct val="150000"/>
              </a:lnSpc>
              <a:spcBef>
                <a:spcPts val="0"/>
              </a:spcBef>
              <a:spcAft>
                <a:spcPts val="0"/>
              </a:spcAft>
              <a:buClr>
                <a:srgbClr val="E1DBDA"/>
              </a:buClr>
              <a:buSzPts val="2100"/>
              <a:buFont typeface="Arial"/>
              <a:buChar char="•"/>
            </a:pPr>
            <a:r>
              <a:rPr lang="en-US" sz="2100">
                <a:solidFill>
                  <a:srgbClr val="E1DBDA"/>
                </a:solidFill>
                <a:latin typeface="Inter"/>
                <a:ea typeface="Inter"/>
                <a:cs typeface="Inter"/>
                <a:sym typeface="Inter"/>
              </a:rPr>
              <a:t>Reefs support:</a:t>
            </a:r>
            <a:endParaRPr sz="2100">
              <a:solidFill>
                <a:srgbClr val="E1DBDA"/>
              </a:solidFill>
              <a:latin typeface="Inter"/>
              <a:ea typeface="Inter"/>
              <a:cs typeface="Inter"/>
              <a:sym typeface="Inter"/>
            </a:endParaRPr>
          </a:p>
          <a:p>
            <a:pPr indent="-361950" lvl="2" marL="1371600" marR="0" rtl="0" algn="l">
              <a:lnSpc>
                <a:spcPct val="150000"/>
              </a:lnSpc>
              <a:spcBef>
                <a:spcPts val="0"/>
              </a:spcBef>
              <a:spcAft>
                <a:spcPts val="0"/>
              </a:spcAft>
              <a:buClr>
                <a:srgbClr val="E1DBDA"/>
              </a:buClr>
              <a:buSzPts val="2100"/>
              <a:buFont typeface="Arial"/>
              <a:buChar char="■"/>
            </a:pPr>
            <a:r>
              <a:rPr lang="en-US" sz="2100">
                <a:solidFill>
                  <a:srgbClr val="E1DBDA"/>
                </a:solidFill>
                <a:latin typeface="Inter"/>
                <a:ea typeface="Inter"/>
                <a:cs typeface="Inter"/>
                <a:sym typeface="Inter"/>
              </a:rPr>
              <a:t>Biodiversity</a:t>
            </a:r>
            <a:endParaRPr sz="2100">
              <a:solidFill>
                <a:srgbClr val="E1DBDA"/>
              </a:solidFill>
              <a:latin typeface="Inter"/>
              <a:ea typeface="Inter"/>
              <a:cs typeface="Inter"/>
              <a:sym typeface="Inter"/>
            </a:endParaRPr>
          </a:p>
          <a:p>
            <a:pPr indent="-361950" lvl="2" marL="1371600" marR="0" rtl="0" algn="l">
              <a:lnSpc>
                <a:spcPct val="150000"/>
              </a:lnSpc>
              <a:spcBef>
                <a:spcPts val="0"/>
              </a:spcBef>
              <a:spcAft>
                <a:spcPts val="0"/>
              </a:spcAft>
              <a:buClr>
                <a:srgbClr val="E1DBDA"/>
              </a:buClr>
              <a:buSzPts val="2100"/>
              <a:buFont typeface="Arial"/>
              <a:buChar char="■"/>
            </a:pPr>
            <a:r>
              <a:rPr lang="en-US" sz="2100">
                <a:solidFill>
                  <a:srgbClr val="E1DBDA"/>
                </a:solidFill>
                <a:latin typeface="Inter"/>
                <a:ea typeface="Inter"/>
                <a:cs typeface="Inter"/>
                <a:sym typeface="Inter"/>
              </a:rPr>
              <a:t>Fisheries</a:t>
            </a:r>
            <a:endParaRPr sz="2100">
              <a:solidFill>
                <a:srgbClr val="E1DBDA"/>
              </a:solidFill>
              <a:latin typeface="Inter"/>
              <a:ea typeface="Inter"/>
              <a:cs typeface="Inter"/>
              <a:sym typeface="Inter"/>
            </a:endParaRPr>
          </a:p>
          <a:p>
            <a:pPr indent="-361950" lvl="2" marL="1371600" marR="0" rtl="0" algn="l">
              <a:lnSpc>
                <a:spcPct val="150000"/>
              </a:lnSpc>
              <a:spcBef>
                <a:spcPts val="0"/>
              </a:spcBef>
              <a:spcAft>
                <a:spcPts val="0"/>
              </a:spcAft>
              <a:buClr>
                <a:srgbClr val="E1DBDA"/>
              </a:buClr>
              <a:buSzPts val="2100"/>
              <a:buFont typeface="Arial"/>
              <a:buChar char="■"/>
            </a:pPr>
            <a:r>
              <a:rPr lang="en-US" sz="2100">
                <a:solidFill>
                  <a:srgbClr val="E1DBDA"/>
                </a:solidFill>
                <a:latin typeface="Inter"/>
                <a:ea typeface="Inter"/>
                <a:cs typeface="Inter"/>
                <a:sym typeface="Inter"/>
              </a:rPr>
              <a:t>Tourism</a:t>
            </a:r>
            <a:endParaRPr sz="2100">
              <a:solidFill>
                <a:srgbClr val="E1DBDA"/>
              </a:solidFill>
              <a:latin typeface="Inter"/>
              <a:ea typeface="Inter"/>
              <a:cs typeface="Inter"/>
              <a:sym typeface="Inter"/>
            </a:endParaRPr>
          </a:p>
          <a:p>
            <a:pPr indent="-361950" lvl="2" marL="1371600" marR="0" rtl="0" algn="l">
              <a:lnSpc>
                <a:spcPct val="150000"/>
              </a:lnSpc>
              <a:spcBef>
                <a:spcPts val="0"/>
              </a:spcBef>
              <a:spcAft>
                <a:spcPts val="0"/>
              </a:spcAft>
              <a:buClr>
                <a:srgbClr val="E1DBDA"/>
              </a:buClr>
              <a:buSzPts val="2100"/>
              <a:buFont typeface="Arial"/>
              <a:buChar char="■"/>
            </a:pPr>
            <a:r>
              <a:rPr lang="en-US" sz="2100">
                <a:solidFill>
                  <a:srgbClr val="E1DBDA"/>
                </a:solidFill>
                <a:latin typeface="Inter"/>
                <a:ea typeface="Inter"/>
                <a:cs typeface="Inter"/>
                <a:sym typeface="Inter"/>
              </a:rPr>
              <a:t>Coastal protection</a:t>
            </a:r>
            <a:endParaRPr sz="2100">
              <a:solidFill>
                <a:srgbClr val="E1DBDA"/>
              </a:solidFill>
              <a:latin typeface="Inter"/>
              <a:ea typeface="Inter"/>
              <a:cs typeface="Inter"/>
              <a:sym typeface="Inter"/>
            </a:endParaRPr>
          </a:p>
          <a:p>
            <a:pPr indent="-226695" lvl="1" marL="453390" marR="0" rtl="0" algn="l">
              <a:lnSpc>
                <a:spcPct val="150000"/>
              </a:lnSpc>
              <a:spcBef>
                <a:spcPts val="0"/>
              </a:spcBef>
              <a:spcAft>
                <a:spcPts val="0"/>
              </a:spcAft>
              <a:buClr>
                <a:srgbClr val="E1DBDA"/>
              </a:buClr>
              <a:buSzPts val="2100"/>
              <a:buFont typeface="Arial"/>
              <a:buChar char="•"/>
            </a:pPr>
            <a:r>
              <a:rPr lang="en-US" sz="2100">
                <a:solidFill>
                  <a:srgbClr val="E1DBDA"/>
                </a:solidFill>
                <a:latin typeface="Inter"/>
                <a:ea typeface="Inter"/>
                <a:cs typeface="Inter"/>
                <a:sym typeface="Inter"/>
              </a:rPr>
              <a:t>Growing Threats</a:t>
            </a:r>
            <a:endParaRPr sz="2100">
              <a:solidFill>
                <a:srgbClr val="E1DBDA"/>
              </a:solidFill>
              <a:latin typeface="Inter"/>
              <a:ea typeface="Inter"/>
              <a:cs typeface="Inter"/>
              <a:sym typeface="Inter"/>
            </a:endParaRPr>
          </a:p>
          <a:p>
            <a:pPr indent="-361950" lvl="2" marL="1371600" marR="0" rtl="0" algn="l">
              <a:lnSpc>
                <a:spcPct val="150000"/>
              </a:lnSpc>
              <a:spcBef>
                <a:spcPts val="0"/>
              </a:spcBef>
              <a:spcAft>
                <a:spcPts val="0"/>
              </a:spcAft>
              <a:buClr>
                <a:srgbClr val="E1DBDA"/>
              </a:buClr>
              <a:buSzPts val="2100"/>
              <a:buFont typeface="Arial"/>
              <a:buChar char="■"/>
            </a:pPr>
            <a:r>
              <a:rPr lang="en-US" sz="2100">
                <a:solidFill>
                  <a:srgbClr val="E1DBDA"/>
                </a:solidFill>
                <a:latin typeface="Inter"/>
                <a:ea typeface="Inter"/>
                <a:cs typeface="Inter"/>
                <a:sym typeface="Inter"/>
              </a:rPr>
              <a:t>Warming oceans</a:t>
            </a:r>
            <a:endParaRPr sz="2100">
              <a:solidFill>
                <a:srgbClr val="E1DBDA"/>
              </a:solidFill>
              <a:latin typeface="Inter"/>
              <a:ea typeface="Inter"/>
              <a:cs typeface="Inter"/>
              <a:sym typeface="Inter"/>
            </a:endParaRPr>
          </a:p>
          <a:p>
            <a:pPr indent="-361950" lvl="2" marL="1371600" marR="0" rtl="0" algn="l">
              <a:lnSpc>
                <a:spcPct val="150000"/>
              </a:lnSpc>
              <a:spcBef>
                <a:spcPts val="0"/>
              </a:spcBef>
              <a:spcAft>
                <a:spcPts val="0"/>
              </a:spcAft>
              <a:buClr>
                <a:srgbClr val="E1DBDA"/>
              </a:buClr>
              <a:buSzPts val="2100"/>
              <a:buFont typeface="Arial"/>
              <a:buChar char="■"/>
            </a:pPr>
            <a:r>
              <a:rPr lang="en-US" sz="2100">
                <a:solidFill>
                  <a:srgbClr val="E1DBDA"/>
                </a:solidFill>
                <a:latin typeface="Inter"/>
                <a:ea typeface="Inter"/>
                <a:cs typeface="Inter"/>
                <a:sym typeface="Inter"/>
              </a:rPr>
              <a:t>Water quality decline</a:t>
            </a:r>
            <a:endParaRPr sz="2100">
              <a:solidFill>
                <a:srgbClr val="E1DBDA"/>
              </a:solidFill>
              <a:latin typeface="Inter"/>
              <a:ea typeface="Inter"/>
              <a:cs typeface="Inter"/>
              <a:sym typeface="Inter"/>
            </a:endParaRPr>
          </a:p>
          <a:p>
            <a:pPr indent="-361950" lvl="2" marL="1371600" marR="0" rtl="0" algn="l">
              <a:lnSpc>
                <a:spcPct val="150000"/>
              </a:lnSpc>
              <a:spcBef>
                <a:spcPts val="0"/>
              </a:spcBef>
              <a:spcAft>
                <a:spcPts val="0"/>
              </a:spcAft>
              <a:buClr>
                <a:srgbClr val="E1DBDA"/>
              </a:buClr>
              <a:buSzPts val="2100"/>
              <a:buFont typeface="Arial"/>
              <a:buChar char="■"/>
            </a:pPr>
            <a:r>
              <a:rPr lang="en-US" sz="2100">
                <a:solidFill>
                  <a:srgbClr val="E1DBDA"/>
                </a:solidFill>
                <a:latin typeface="Inter"/>
                <a:ea typeface="Inter"/>
                <a:cs typeface="Inter"/>
                <a:sym typeface="Inter"/>
              </a:rPr>
              <a:t>Storms &amp; human impacts</a:t>
            </a:r>
            <a:endParaRPr sz="2100">
              <a:solidFill>
                <a:srgbClr val="E1DBDA"/>
              </a:solidFill>
              <a:latin typeface="Inter"/>
              <a:ea typeface="Inter"/>
              <a:cs typeface="Inter"/>
              <a:sym typeface="Inter"/>
            </a:endParaRPr>
          </a:p>
          <a:p>
            <a:pPr indent="0" lvl="0" marL="914400" marR="0" rtl="0" algn="l">
              <a:lnSpc>
                <a:spcPct val="150000"/>
              </a:lnSpc>
              <a:spcBef>
                <a:spcPts val="0"/>
              </a:spcBef>
              <a:spcAft>
                <a:spcPts val="0"/>
              </a:spcAft>
              <a:buNone/>
            </a:pPr>
            <a:r>
              <a:t/>
            </a:r>
            <a:endParaRPr sz="2100">
              <a:solidFill>
                <a:srgbClr val="E1DBDA"/>
              </a:solidFill>
              <a:latin typeface="Inter"/>
              <a:ea typeface="Inter"/>
              <a:cs typeface="Inter"/>
              <a:sym typeface="Inter"/>
            </a:endParaRPr>
          </a:p>
          <a:p>
            <a:pPr indent="0" lvl="0" marL="914400" marR="0" rtl="0" algn="l">
              <a:lnSpc>
                <a:spcPct val="150000"/>
              </a:lnSpc>
              <a:spcBef>
                <a:spcPts val="0"/>
              </a:spcBef>
              <a:spcAft>
                <a:spcPts val="0"/>
              </a:spcAft>
              <a:buNone/>
            </a:pPr>
            <a:r>
              <a:t/>
            </a:r>
            <a:endParaRPr sz="2100">
              <a:solidFill>
                <a:srgbClr val="E1DBDA"/>
              </a:solidFill>
              <a:latin typeface="Inter"/>
              <a:ea typeface="Inter"/>
              <a:cs typeface="Inter"/>
              <a:sym typeface="Inter"/>
            </a:endParaRPr>
          </a:p>
        </p:txBody>
      </p:sp>
      <p:sp>
        <p:nvSpPr>
          <p:cNvPr id="114" name="Google Shape;114;p15"/>
          <p:cNvSpPr txBox="1"/>
          <p:nvPr/>
        </p:nvSpPr>
        <p:spPr>
          <a:xfrm>
            <a:off x="7339134" y="4140432"/>
            <a:ext cx="7941900" cy="3717300"/>
          </a:xfrm>
          <a:prstGeom prst="rect">
            <a:avLst/>
          </a:prstGeom>
          <a:noFill/>
          <a:ln>
            <a:noFill/>
          </a:ln>
        </p:spPr>
        <p:txBody>
          <a:bodyPr anchorCtr="0" anchor="t" bIns="0" lIns="0" spcFirstLastPara="1" rIns="0" wrap="square" tIns="0">
            <a:spAutoFit/>
          </a:bodyPr>
          <a:lstStyle/>
          <a:p>
            <a:pPr indent="-361950" lvl="1" marL="914400" rtl="0" algn="l">
              <a:lnSpc>
                <a:spcPct val="150000"/>
              </a:lnSpc>
              <a:spcBef>
                <a:spcPts val="0"/>
              </a:spcBef>
              <a:spcAft>
                <a:spcPts val="0"/>
              </a:spcAft>
              <a:buClr>
                <a:srgbClr val="E1DBDA"/>
              </a:buClr>
              <a:buSzPts val="2100"/>
              <a:buChar char="•"/>
            </a:pPr>
            <a:r>
              <a:rPr lang="en-US" sz="2100">
                <a:solidFill>
                  <a:srgbClr val="E1DBDA"/>
                </a:solidFill>
                <a:latin typeface="Inter"/>
                <a:ea typeface="Inter"/>
                <a:cs typeface="Inter"/>
                <a:sym typeface="Inter"/>
              </a:rPr>
              <a:t>Monitoring Gap</a:t>
            </a:r>
            <a:endParaRPr sz="2100">
              <a:solidFill>
                <a:srgbClr val="E1DBDA"/>
              </a:solidFill>
              <a:latin typeface="Inter"/>
              <a:ea typeface="Inter"/>
              <a:cs typeface="Inter"/>
              <a:sym typeface="Inter"/>
            </a:endParaRPr>
          </a:p>
          <a:p>
            <a:pPr indent="-361950" lvl="2" marL="1371600" rtl="0" algn="l">
              <a:lnSpc>
                <a:spcPct val="150000"/>
              </a:lnSpc>
              <a:spcBef>
                <a:spcPts val="0"/>
              </a:spcBef>
              <a:spcAft>
                <a:spcPts val="0"/>
              </a:spcAft>
              <a:buClr>
                <a:srgbClr val="E1DBDA"/>
              </a:buClr>
              <a:buSzPts val="2100"/>
              <a:buChar char="■"/>
            </a:pPr>
            <a:r>
              <a:rPr lang="en-US" sz="2100">
                <a:solidFill>
                  <a:srgbClr val="E1DBDA"/>
                </a:solidFill>
                <a:latin typeface="Inter"/>
                <a:ea typeface="Inter"/>
                <a:cs typeface="Inter"/>
                <a:sym typeface="Inter"/>
              </a:rPr>
              <a:t>Expensive</a:t>
            </a:r>
            <a:endParaRPr sz="2100">
              <a:solidFill>
                <a:srgbClr val="E1DBDA"/>
              </a:solidFill>
              <a:latin typeface="Inter"/>
              <a:ea typeface="Inter"/>
              <a:cs typeface="Inter"/>
              <a:sym typeface="Inter"/>
            </a:endParaRPr>
          </a:p>
          <a:p>
            <a:pPr indent="-361950" lvl="2" marL="1371600" rtl="0" algn="l">
              <a:lnSpc>
                <a:spcPct val="150000"/>
              </a:lnSpc>
              <a:spcBef>
                <a:spcPts val="0"/>
              </a:spcBef>
              <a:spcAft>
                <a:spcPts val="0"/>
              </a:spcAft>
              <a:buClr>
                <a:srgbClr val="E1DBDA"/>
              </a:buClr>
              <a:buSzPts val="2100"/>
              <a:buChar char="■"/>
            </a:pPr>
            <a:r>
              <a:rPr lang="en-US" sz="2100">
                <a:solidFill>
                  <a:srgbClr val="E1DBDA"/>
                </a:solidFill>
                <a:latin typeface="Inter"/>
                <a:ea typeface="Inter"/>
                <a:cs typeface="Inter"/>
                <a:sym typeface="Inter"/>
              </a:rPr>
              <a:t>Infrequent</a:t>
            </a:r>
            <a:endParaRPr sz="2100">
              <a:solidFill>
                <a:srgbClr val="E1DBDA"/>
              </a:solidFill>
              <a:latin typeface="Inter"/>
              <a:ea typeface="Inter"/>
              <a:cs typeface="Inter"/>
              <a:sym typeface="Inter"/>
            </a:endParaRPr>
          </a:p>
          <a:p>
            <a:pPr indent="-361950" lvl="2" marL="1371600" rtl="0" algn="l">
              <a:lnSpc>
                <a:spcPct val="150000"/>
              </a:lnSpc>
              <a:spcBef>
                <a:spcPts val="0"/>
              </a:spcBef>
              <a:spcAft>
                <a:spcPts val="0"/>
              </a:spcAft>
              <a:buClr>
                <a:srgbClr val="E1DBDA"/>
              </a:buClr>
              <a:buSzPts val="2100"/>
              <a:buChar char="■"/>
            </a:pPr>
            <a:r>
              <a:rPr lang="en-US" sz="2100">
                <a:solidFill>
                  <a:srgbClr val="E1DBDA"/>
                </a:solidFill>
                <a:latin typeface="Inter"/>
                <a:ea typeface="Inter"/>
                <a:cs typeface="Inter"/>
                <a:sym typeface="Inter"/>
              </a:rPr>
              <a:t>Hard to scale</a:t>
            </a:r>
            <a:endParaRPr sz="2100">
              <a:solidFill>
                <a:srgbClr val="E1DBDA"/>
              </a:solidFill>
              <a:latin typeface="Inter"/>
              <a:ea typeface="Inter"/>
              <a:cs typeface="Inter"/>
              <a:sym typeface="Inter"/>
            </a:endParaRPr>
          </a:p>
          <a:p>
            <a:pPr indent="-361950" lvl="1" marL="914400" rtl="0" algn="l">
              <a:lnSpc>
                <a:spcPct val="150000"/>
              </a:lnSpc>
              <a:spcBef>
                <a:spcPts val="0"/>
              </a:spcBef>
              <a:spcAft>
                <a:spcPts val="0"/>
              </a:spcAft>
              <a:buClr>
                <a:srgbClr val="E1DBDA"/>
              </a:buClr>
              <a:buSzPts val="2100"/>
              <a:buChar char="•"/>
            </a:pPr>
            <a:r>
              <a:rPr lang="en-US" sz="2100">
                <a:solidFill>
                  <a:srgbClr val="E1DBDA"/>
                </a:solidFill>
                <a:latin typeface="Inter"/>
                <a:ea typeface="Inter"/>
                <a:cs typeface="Inter"/>
                <a:sym typeface="Inter"/>
              </a:rPr>
              <a:t>Why This Area</a:t>
            </a:r>
            <a:endParaRPr sz="2100">
              <a:solidFill>
                <a:srgbClr val="E1DBDA"/>
              </a:solidFill>
              <a:latin typeface="Inter"/>
              <a:ea typeface="Inter"/>
              <a:cs typeface="Inter"/>
              <a:sym typeface="Inter"/>
            </a:endParaRPr>
          </a:p>
          <a:p>
            <a:pPr indent="-361950" lvl="2" marL="1371600" rtl="0" algn="l">
              <a:lnSpc>
                <a:spcPct val="150000"/>
              </a:lnSpc>
              <a:spcBef>
                <a:spcPts val="0"/>
              </a:spcBef>
              <a:spcAft>
                <a:spcPts val="0"/>
              </a:spcAft>
              <a:buClr>
                <a:srgbClr val="E1DBDA"/>
              </a:buClr>
              <a:buSzPts val="2100"/>
              <a:buChar char="■"/>
            </a:pPr>
            <a:r>
              <a:rPr lang="en-US" sz="2100">
                <a:solidFill>
                  <a:srgbClr val="E1DBDA"/>
                </a:solidFill>
                <a:latin typeface="Inter"/>
                <a:ea typeface="Inter"/>
                <a:cs typeface="Inter"/>
                <a:sym typeface="Inter"/>
              </a:rPr>
              <a:t>Inspired by Kāneʻohe Bay reefs</a:t>
            </a:r>
            <a:endParaRPr sz="2100">
              <a:solidFill>
                <a:srgbClr val="E1DBDA"/>
              </a:solidFill>
              <a:latin typeface="Inter"/>
              <a:ea typeface="Inter"/>
              <a:cs typeface="Inter"/>
              <a:sym typeface="Inter"/>
            </a:endParaRPr>
          </a:p>
          <a:p>
            <a:pPr indent="-361950" lvl="2" marL="1371600" rtl="0" algn="l">
              <a:lnSpc>
                <a:spcPct val="150000"/>
              </a:lnSpc>
              <a:spcBef>
                <a:spcPts val="0"/>
              </a:spcBef>
              <a:spcAft>
                <a:spcPts val="0"/>
              </a:spcAft>
              <a:buClr>
                <a:srgbClr val="E1DBDA"/>
              </a:buClr>
              <a:buSzPts val="2100"/>
              <a:buChar char="■"/>
            </a:pPr>
            <a:r>
              <a:rPr lang="en-US" sz="2100">
                <a:solidFill>
                  <a:srgbClr val="E1DBDA"/>
                </a:solidFill>
                <a:latin typeface="Inter"/>
                <a:ea typeface="Inter"/>
                <a:cs typeface="Inter"/>
                <a:sym typeface="Inter"/>
              </a:rPr>
              <a:t>Guided by Makai Ocean Engineering &amp; SCU EPIC Lab</a:t>
            </a:r>
            <a:endParaRPr sz="2100">
              <a:solidFill>
                <a:srgbClr val="E1DBDA"/>
              </a:solidFill>
              <a:latin typeface="Inter"/>
              <a:ea typeface="Inter"/>
              <a:cs typeface="Inter"/>
              <a:sym typeface="Inter"/>
            </a:endParaRPr>
          </a:p>
        </p:txBody>
      </p:sp>
      <p:sp>
        <p:nvSpPr>
          <p:cNvPr id="115" name="Google Shape;115;p15"/>
          <p:cNvSpPr txBox="1"/>
          <p:nvPr/>
        </p:nvSpPr>
        <p:spPr>
          <a:xfrm>
            <a:off x="1028700" y="628650"/>
            <a:ext cx="3859800" cy="277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1800">
                <a:solidFill>
                  <a:srgbClr val="E1DBDA"/>
                </a:solidFill>
                <a:latin typeface="Inter"/>
                <a:ea typeface="Inter"/>
                <a:cs typeface="Inter"/>
                <a:sym typeface="Inter"/>
              </a:rPr>
              <a:t>SCOUT</a:t>
            </a:r>
            <a:endParaRPr/>
          </a:p>
        </p:txBody>
      </p:sp>
      <p:pic>
        <p:nvPicPr>
          <p:cNvPr id="116" name="Google Shape;116;p15"/>
          <p:cNvPicPr preferRelativeResize="0"/>
          <p:nvPr/>
        </p:nvPicPr>
        <p:blipFill rotWithShape="1">
          <a:blip r:embed="rId3">
            <a:alphaModFix/>
          </a:blip>
          <a:srcRect b="76093" l="0" r="0" t="0"/>
          <a:stretch/>
        </p:blipFill>
        <p:spPr>
          <a:xfrm>
            <a:off x="9382600" y="7624555"/>
            <a:ext cx="8950100" cy="2662450"/>
          </a:xfrm>
          <a:prstGeom prst="rect">
            <a:avLst/>
          </a:prstGeom>
          <a:noFill/>
          <a:ln>
            <a:noFill/>
          </a:ln>
        </p:spPr>
      </p:pic>
      <p:pic>
        <p:nvPicPr>
          <p:cNvPr id="117" name="Google Shape;117;p15" title="153AACA2-ADCB-4427-B47C-4D81E3FC4637.png"/>
          <p:cNvPicPr preferRelativeResize="0"/>
          <p:nvPr/>
        </p:nvPicPr>
        <p:blipFill>
          <a:blip r:embed="rId4">
            <a:alphaModFix/>
          </a:blip>
          <a:stretch>
            <a:fillRect/>
          </a:stretch>
        </p:blipFill>
        <p:spPr>
          <a:xfrm>
            <a:off x="14098300" y="987675"/>
            <a:ext cx="3835500" cy="3835500"/>
          </a:xfrm>
          <a:prstGeom prst="ellipse">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121" name="Shape 121"/>
        <p:cNvGrpSpPr/>
        <p:nvPr/>
      </p:nvGrpSpPr>
      <p:grpSpPr>
        <a:xfrm>
          <a:off x="0" y="0"/>
          <a:ext cx="0" cy="0"/>
          <a:chOff x="0" y="0"/>
          <a:chExt cx="0" cy="0"/>
        </a:xfrm>
      </p:grpSpPr>
      <p:sp>
        <p:nvSpPr>
          <p:cNvPr id="122" name="Google Shape;122;p16"/>
          <p:cNvSpPr txBox="1"/>
          <p:nvPr/>
        </p:nvSpPr>
        <p:spPr>
          <a:xfrm>
            <a:off x="1028700" y="2823969"/>
            <a:ext cx="5391300" cy="33249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8000">
                <a:solidFill>
                  <a:srgbClr val="E1DBDA"/>
                </a:solidFill>
                <a:latin typeface="IBM Plex Sans Condensed"/>
                <a:ea typeface="IBM Plex Sans Condensed"/>
                <a:cs typeface="IBM Plex Sans Condensed"/>
                <a:sym typeface="IBM Plex Sans Condensed"/>
              </a:rPr>
              <a:t>Problem Needs Statement</a:t>
            </a:r>
            <a:endParaRPr/>
          </a:p>
        </p:txBody>
      </p:sp>
      <p:sp>
        <p:nvSpPr>
          <p:cNvPr id="123" name="Google Shape;123;p16"/>
          <p:cNvSpPr txBox="1"/>
          <p:nvPr/>
        </p:nvSpPr>
        <p:spPr>
          <a:xfrm>
            <a:off x="9729640" y="1525053"/>
            <a:ext cx="7705500" cy="8081100"/>
          </a:xfrm>
          <a:prstGeom prst="rect">
            <a:avLst/>
          </a:prstGeom>
          <a:noFill/>
          <a:ln>
            <a:noFill/>
          </a:ln>
        </p:spPr>
        <p:txBody>
          <a:bodyPr anchorCtr="0" anchor="t" bIns="0" lIns="0" spcFirstLastPara="1" rIns="0" wrap="square" tIns="0">
            <a:spAutoFit/>
          </a:bodyPr>
          <a:lstStyle/>
          <a:p>
            <a:pPr indent="-226695" lvl="1" marL="453390" marR="0" rtl="0" algn="l">
              <a:lnSpc>
                <a:spcPct val="150000"/>
              </a:lnSpc>
              <a:spcBef>
                <a:spcPts val="0"/>
              </a:spcBef>
              <a:spcAft>
                <a:spcPts val="0"/>
              </a:spcAft>
              <a:buClr>
                <a:srgbClr val="E1DBDA"/>
              </a:buClr>
              <a:buSzPts val="2100"/>
              <a:buFont typeface="Arial"/>
              <a:buChar char="•"/>
            </a:pPr>
            <a:r>
              <a:rPr lang="en-US" sz="2100">
                <a:solidFill>
                  <a:srgbClr val="E1DBDA"/>
                </a:solidFill>
                <a:latin typeface="Inter"/>
                <a:ea typeface="Inter"/>
                <a:cs typeface="Inter"/>
                <a:sym typeface="Inter"/>
              </a:rPr>
              <a:t>Current Limitations</a:t>
            </a:r>
            <a:endParaRPr sz="2100">
              <a:solidFill>
                <a:srgbClr val="E1DBDA"/>
              </a:solidFill>
              <a:latin typeface="Inter"/>
              <a:ea typeface="Inter"/>
              <a:cs typeface="Inter"/>
              <a:sym typeface="Inter"/>
            </a:endParaRPr>
          </a:p>
          <a:p>
            <a:pPr indent="-361950" lvl="2" marL="1371600" marR="0" rtl="0" algn="l">
              <a:lnSpc>
                <a:spcPct val="150000"/>
              </a:lnSpc>
              <a:spcBef>
                <a:spcPts val="0"/>
              </a:spcBef>
              <a:spcAft>
                <a:spcPts val="0"/>
              </a:spcAft>
              <a:buClr>
                <a:srgbClr val="E1DBDA"/>
              </a:buClr>
              <a:buSzPts val="2100"/>
              <a:buFont typeface="Arial"/>
              <a:buChar char="■"/>
            </a:pPr>
            <a:r>
              <a:rPr lang="en-US" sz="2100">
                <a:solidFill>
                  <a:srgbClr val="E1DBDA"/>
                </a:solidFill>
                <a:latin typeface="Inter"/>
                <a:ea typeface="Inter"/>
                <a:cs typeface="Inter"/>
                <a:sym typeface="Inter"/>
              </a:rPr>
              <a:t>Limited continuous data</a:t>
            </a:r>
            <a:endParaRPr sz="2100">
              <a:solidFill>
                <a:srgbClr val="E1DBDA"/>
              </a:solidFill>
              <a:latin typeface="Inter"/>
              <a:ea typeface="Inter"/>
              <a:cs typeface="Inter"/>
              <a:sym typeface="Inter"/>
            </a:endParaRPr>
          </a:p>
          <a:p>
            <a:pPr indent="-361950" lvl="2" marL="1371600" marR="0" rtl="0" algn="l">
              <a:lnSpc>
                <a:spcPct val="150000"/>
              </a:lnSpc>
              <a:spcBef>
                <a:spcPts val="0"/>
              </a:spcBef>
              <a:spcAft>
                <a:spcPts val="0"/>
              </a:spcAft>
              <a:buClr>
                <a:srgbClr val="E1DBDA"/>
              </a:buClr>
              <a:buSzPts val="2100"/>
              <a:buFont typeface="Arial"/>
              <a:buChar char="■"/>
            </a:pPr>
            <a:r>
              <a:rPr lang="en-US" sz="2100">
                <a:solidFill>
                  <a:srgbClr val="E1DBDA"/>
                </a:solidFill>
                <a:latin typeface="Inter"/>
                <a:ea typeface="Inter"/>
                <a:cs typeface="Inter"/>
                <a:sym typeface="Inter"/>
              </a:rPr>
              <a:t>High monitoring costs</a:t>
            </a:r>
            <a:endParaRPr sz="2100">
              <a:solidFill>
                <a:srgbClr val="E1DBDA"/>
              </a:solidFill>
              <a:latin typeface="Inter"/>
              <a:ea typeface="Inter"/>
              <a:cs typeface="Inter"/>
              <a:sym typeface="Inter"/>
            </a:endParaRPr>
          </a:p>
          <a:p>
            <a:pPr indent="-361950" lvl="2" marL="1371600" marR="0" rtl="0" algn="l">
              <a:lnSpc>
                <a:spcPct val="150000"/>
              </a:lnSpc>
              <a:spcBef>
                <a:spcPts val="0"/>
              </a:spcBef>
              <a:spcAft>
                <a:spcPts val="0"/>
              </a:spcAft>
              <a:buClr>
                <a:srgbClr val="E1DBDA"/>
              </a:buClr>
              <a:buSzPts val="2100"/>
              <a:buFont typeface="Arial"/>
              <a:buChar char="■"/>
            </a:pPr>
            <a:r>
              <a:rPr lang="en-US" sz="2100">
                <a:solidFill>
                  <a:srgbClr val="E1DBDA"/>
                </a:solidFill>
                <a:latin typeface="Inter"/>
                <a:ea typeface="Inter"/>
                <a:cs typeface="Inter"/>
                <a:sym typeface="Inter"/>
              </a:rPr>
              <a:t>Sparse coverage</a:t>
            </a:r>
            <a:endParaRPr sz="2100">
              <a:solidFill>
                <a:srgbClr val="E1DBDA"/>
              </a:solidFill>
              <a:latin typeface="Inter"/>
              <a:ea typeface="Inter"/>
              <a:cs typeface="Inter"/>
              <a:sym typeface="Inter"/>
            </a:endParaRPr>
          </a:p>
          <a:p>
            <a:pPr indent="-226695" lvl="1" marL="453390" marR="0" rtl="0" algn="l">
              <a:lnSpc>
                <a:spcPct val="150000"/>
              </a:lnSpc>
              <a:spcBef>
                <a:spcPts val="0"/>
              </a:spcBef>
              <a:spcAft>
                <a:spcPts val="0"/>
              </a:spcAft>
              <a:buClr>
                <a:srgbClr val="E1DBDA"/>
              </a:buClr>
              <a:buSzPts val="2100"/>
              <a:buFont typeface="Arial"/>
              <a:buChar char="•"/>
            </a:pPr>
            <a:r>
              <a:rPr lang="en-US" sz="2100">
                <a:solidFill>
                  <a:srgbClr val="E1DBDA"/>
                </a:solidFill>
                <a:latin typeface="Inter"/>
                <a:ea typeface="Inter"/>
                <a:cs typeface="Inter"/>
                <a:sym typeface="Inter"/>
              </a:rPr>
              <a:t>Stakeholder Need</a:t>
            </a:r>
            <a:endParaRPr sz="2100">
              <a:solidFill>
                <a:srgbClr val="E1DBDA"/>
              </a:solidFill>
              <a:latin typeface="Inter"/>
              <a:ea typeface="Inter"/>
              <a:cs typeface="Inter"/>
              <a:sym typeface="Inter"/>
            </a:endParaRPr>
          </a:p>
          <a:p>
            <a:pPr indent="-361950" lvl="2" marL="1371600" marR="0" rtl="0" algn="l">
              <a:lnSpc>
                <a:spcPct val="150000"/>
              </a:lnSpc>
              <a:spcBef>
                <a:spcPts val="0"/>
              </a:spcBef>
              <a:spcAft>
                <a:spcPts val="0"/>
              </a:spcAft>
              <a:buClr>
                <a:srgbClr val="E1DBDA"/>
              </a:buClr>
              <a:buSzPts val="2100"/>
              <a:buFont typeface="Arial"/>
              <a:buChar char="■"/>
            </a:pPr>
            <a:r>
              <a:rPr lang="en-US" sz="2100">
                <a:solidFill>
                  <a:srgbClr val="E1DBDA"/>
                </a:solidFill>
                <a:latin typeface="Inter"/>
                <a:ea typeface="Inter"/>
                <a:cs typeface="Inter"/>
                <a:sym typeface="Inter"/>
              </a:rPr>
              <a:t>Continuous monitoring</a:t>
            </a:r>
            <a:endParaRPr sz="2100">
              <a:solidFill>
                <a:srgbClr val="E1DBDA"/>
              </a:solidFill>
              <a:latin typeface="Inter"/>
              <a:ea typeface="Inter"/>
              <a:cs typeface="Inter"/>
              <a:sym typeface="Inter"/>
            </a:endParaRPr>
          </a:p>
          <a:p>
            <a:pPr indent="-361950" lvl="2" marL="1371600" marR="0" rtl="0" algn="l">
              <a:lnSpc>
                <a:spcPct val="150000"/>
              </a:lnSpc>
              <a:spcBef>
                <a:spcPts val="0"/>
              </a:spcBef>
              <a:spcAft>
                <a:spcPts val="0"/>
              </a:spcAft>
              <a:buClr>
                <a:srgbClr val="E1DBDA"/>
              </a:buClr>
              <a:buSzPts val="2100"/>
              <a:buFont typeface="Arial"/>
              <a:buChar char="■"/>
            </a:pPr>
            <a:r>
              <a:rPr lang="en-US" sz="2100">
                <a:solidFill>
                  <a:srgbClr val="E1DBDA"/>
                </a:solidFill>
                <a:latin typeface="Inter"/>
                <a:ea typeface="Inter"/>
                <a:cs typeface="Inter"/>
                <a:sym typeface="Inter"/>
              </a:rPr>
              <a:t>Early stress detection</a:t>
            </a:r>
            <a:endParaRPr sz="2100">
              <a:solidFill>
                <a:srgbClr val="E1DBDA"/>
              </a:solidFill>
              <a:latin typeface="Inter"/>
              <a:ea typeface="Inter"/>
              <a:cs typeface="Inter"/>
              <a:sym typeface="Inter"/>
            </a:endParaRPr>
          </a:p>
          <a:p>
            <a:pPr indent="-361950" lvl="2" marL="1371600" marR="0" rtl="0" algn="l">
              <a:lnSpc>
                <a:spcPct val="150000"/>
              </a:lnSpc>
              <a:spcBef>
                <a:spcPts val="0"/>
              </a:spcBef>
              <a:spcAft>
                <a:spcPts val="0"/>
              </a:spcAft>
              <a:buClr>
                <a:srgbClr val="E1DBDA"/>
              </a:buClr>
              <a:buSzPts val="2100"/>
              <a:buFont typeface="Arial"/>
              <a:buChar char="■"/>
            </a:pPr>
            <a:r>
              <a:rPr lang="en-US" sz="2100">
                <a:solidFill>
                  <a:srgbClr val="E1DBDA"/>
                </a:solidFill>
                <a:latin typeface="Inter"/>
                <a:ea typeface="Inter"/>
                <a:cs typeface="Inter"/>
                <a:sym typeface="Inter"/>
              </a:rPr>
              <a:t>Better conservation decisions</a:t>
            </a:r>
            <a:endParaRPr sz="2100">
              <a:solidFill>
                <a:srgbClr val="E1DBDA"/>
              </a:solidFill>
              <a:latin typeface="Inter"/>
              <a:ea typeface="Inter"/>
              <a:cs typeface="Inter"/>
              <a:sym typeface="Inter"/>
            </a:endParaRPr>
          </a:p>
          <a:p>
            <a:pPr indent="-226695" lvl="1" marL="453390" marR="0" rtl="0" algn="l">
              <a:lnSpc>
                <a:spcPct val="150000"/>
              </a:lnSpc>
              <a:spcBef>
                <a:spcPts val="0"/>
              </a:spcBef>
              <a:spcAft>
                <a:spcPts val="0"/>
              </a:spcAft>
              <a:buClr>
                <a:srgbClr val="E1DBDA"/>
              </a:buClr>
              <a:buSzPts val="2100"/>
              <a:buFont typeface="Arial"/>
              <a:buChar char="•"/>
            </a:pPr>
            <a:r>
              <a:rPr lang="en-US" sz="2100">
                <a:solidFill>
                  <a:srgbClr val="E1DBDA"/>
                </a:solidFill>
                <a:latin typeface="Inter"/>
                <a:ea typeface="Inter"/>
                <a:cs typeface="Inter"/>
                <a:sym typeface="Inter"/>
              </a:rPr>
              <a:t>Stakeholders</a:t>
            </a:r>
            <a:endParaRPr sz="2100">
              <a:solidFill>
                <a:srgbClr val="E1DBDA"/>
              </a:solidFill>
              <a:latin typeface="Inter"/>
              <a:ea typeface="Inter"/>
              <a:cs typeface="Inter"/>
              <a:sym typeface="Inter"/>
            </a:endParaRPr>
          </a:p>
          <a:p>
            <a:pPr indent="-361950" lvl="2" marL="1371600" marR="0" rtl="0" algn="l">
              <a:lnSpc>
                <a:spcPct val="150000"/>
              </a:lnSpc>
              <a:spcBef>
                <a:spcPts val="0"/>
              </a:spcBef>
              <a:spcAft>
                <a:spcPts val="0"/>
              </a:spcAft>
              <a:buClr>
                <a:srgbClr val="E1DBDA"/>
              </a:buClr>
              <a:buSzPts val="2100"/>
              <a:buFont typeface="Arial"/>
              <a:buChar char="■"/>
            </a:pPr>
            <a:r>
              <a:rPr lang="en-US" sz="2100">
                <a:solidFill>
                  <a:srgbClr val="E1DBDA"/>
                </a:solidFill>
                <a:latin typeface="Inter"/>
                <a:ea typeface="Inter"/>
                <a:cs typeface="Inter"/>
                <a:sym typeface="Inter"/>
              </a:rPr>
              <a:t>NGOs / conservation</a:t>
            </a:r>
            <a:endParaRPr sz="2100">
              <a:solidFill>
                <a:srgbClr val="E1DBDA"/>
              </a:solidFill>
              <a:latin typeface="Inter"/>
              <a:ea typeface="Inter"/>
              <a:cs typeface="Inter"/>
              <a:sym typeface="Inter"/>
            </a:endParaRPr>
          </a:p>
          <a:p>
            <a:pPr indent="-361950" lvl="2" marL="1371600" marR="0" rtl="0" algn="l">
              <a:lnSpc>
                <a:spcPct val="150000"/>
              </a:lnSpc>
              <a:spcBef>
                <a:spcPts val="0"/>
              </a:spcBef>
              <a:spcAft>
                <a:spcPts val="0"/>
              </a:spcAft>
              <a:buClr>
                <a:srgbClr val="E1DBDA"/>
              </a:buClr>
              <a:buSzPts val="2100"/>
              <a:buFont typeface="Arial"/>
              <a:buChar char="■"/>
            </a:pPr>
            <a:r>
              <a:rPr lang="en-US" sz="2100">
                <a:solidFill>
                  <a:srgbClr val="E1DBDA"/>
                </a:solidFill>
                <a:latin typeface="Inter"/>
                <a:ea typeface="Inter"/>
                <a:cs typeface="Inter"/>
                <a:sym typeface="Inter"/>
              </a:rPr>
              <a:t>Governments / MPAs</a:t>
            </a:r>
            <a:endParaRPr sz="2100">
              <a:solidFill>
                <a:srgbClr val="E1DBDA"/>
              </a:solidFill>
              <a:latin typeface="Inter"/>
              <a:ea typeface="Inter"/>
              <a:cs typeface="Inter"/>
              <a:sym typeface="Inter"/>
            </a:endParaRPr>
          </a:p>
          <a:p>
            <a:pPr indent="-361950" lvl="2" marL="1371600" marR="0" rtl="0" algn="l">
              <a:lnSpc>
                <a:spcPct val="150000"/>
              </a:lnSpc>
              <a:spcBef>
                <a:spcPts val="0"/>
              </a:spcBef>
              <a:spcAft>
                <a:spcPts val="0"/>
              </a:spcAft>
              <a:buClr>
                <a:srgbClr val="E1DBDA"/>
              </a:buClr>
              <a:buSzPts val="2100"/>
              <a:buFont typeface="Arial"/>
              <a:buChar char="■"/>
            </a:pPr>
            <a:r>
              <a:rPr lang="en-US" sz="2100">
                <a:solidFill>
                  <a:srgbClr val="E1DBDA"/>
                </a:solidFill>
                <a:latin typeface="Inter"/>
                <a:ea typeface="Inter"/>
                <a:cs typeface="Inter"/>
                <a:sym typeface="Inter"/>
              </a:rPr>
              <a:t>Researchers</a:t>
            </a:r>
            <a:endParaRPr sz="2100">
              <a:solidFill>
                <a:srgbClr val="E1DBDA"/>
              </a:solidFill>
              <a:latin typeface="Inter"/>
              <a:ea typeface="Inter"/>
              <a:cs typeface="Inter"/>
              <a:sym typeface="Inter"/>
            </a:endParaRPr>
          </a:p>
          <a:p>
            <a:pPr indent="-361950" lvl="2" marL="1371600" marR="0" rtl="0" algn="l">
              <a:lnSpc>
                <a:spcPct val="150000"/>
              </a:lnSpc>
              <a:spcBef>
                <a:spcPts val="0"/>
              </a:spcBef>
              <a:spcAft>
                <a:spcPts val="0"/>
              </a:spcAft>
              <a:buClr>
                <a:srgbClr val="E1DBDA"/>
              </a:buClr>
              <a:buSzPts val="2100"/>
              <a:buFont typeface="Arial"/>
              <a:buChar char="■"/>
            </a:pPr>
            <a:r>
              <a:rPr lang="en-US" sz="2100">
                <a:solidFill>
                  <a:srgbClr val="E1DBDA"/>
                </a:solidFill>
                <a:latin typeface="Inter"/>
                <a:ea typeface="Inter"/>
                <a:cs typeface="Inter"/>
                <a:sym typeface="Inter"/>
              </a:rPr>
              <a:t>Coastal communities</a:t>
            </a:r>
            <a:endParaRPr sz="2100">
              <a:solidFill>
                <a:srgbClr val="E1DBDA"/>
              </a:solidFill>
              <a:latin typeface="Inter"/>
              <a:ea typeface="Inter"/>
              <a:cs typeface="Inter"/>
              <a:sym typeface="Inter"/>
            </a:endParaRPr>
          </a:p>
          <a:p>
            <a:pPr indent="-226695" lvl="1" marL="453390" marR="0" rtl="0" algn="l">
              <a:lnSpc>
                <a:spcPct val="150000"/>
              </a:lnSpc>
              <a:spcBef>
                <a:spcPts val="0"/>
              </a:spcBef>
              <a:spcAft>
                <a:spcPts val="0"/>
              </a:spcAft>
              <a:buClr>
                <a:srgbClr val="E1DBDA"/>
              </a:buClr>
              <a:buSzPts val="2100"/>
              <a:buFont typeface="Arial"/>
              <a:buChar char="•"/>
            </a:pPr>
            <a:r>
              <a:rPr lang="en-US" sz="2100">
                <a:solidFill>
                  <a:srgbClr val="E1DBDA"/>
                </a:solidFill>
                <a:latin typeface="Inter"/>
                <a:ea typeface="Inter"/>
                <a:cs typeface="Inter"/>
                <a:sym typeface="Inter"/>
              </a:rPr>
              <a:t>Key Drivers</a:t>
            </a:r>
            <a:endParaRPr sz="2100">
              <a:solidFill>
                <a:srgbClr val="E1DBDA"/>
              </a:solidFill>
              <a:latin typeface="Inter"/>
              <a:ea typeface="Inter"/>
              <a:cs typeface="Inter"/>
              <a:sym typeface="Inter"/>
            </a:endParaRPr>
          </a:p>
          <a:p>
            <a:pPr indent="-361950" lvl="2" marL="1371600" marR="0" rtl="0" algn="l">
              <a:lnSpc>
                <a:spcPct val="150000"/>
              </a:lnSpc>
              <a:spcBef>
                <a:spcPts val="0"/>
              </a:spcBef>
              <a:spcAft>
                <a:spcPts val="0"/>
              </a:spcAft>
              <a:buClr>
                <a:srgbClr val="E1DBDA"/>
              </a:buClr>
              <a:buSzPts val="2100"/>
              <a:buFont typeface="Arial"/>
              <a:buChar char="■"/>
            </a:pPr>
            <a:r>
              <a:rPr lang="en-US" sz="2100">
                <a:solidFill>
                  <a:srgbClr val="E1DBDA"/>
                </a:solidFill>
                <a:latin typeface="Inter"/>
                <a:ea typeface="Inter"/>
                <a:cs typeface="Inter"/>
                <a:sym typeface="Inter"/>
              </a:rPr>
              <a:t>Climate change</a:t>
            </a:r>
            <a:endParaRPr sz="2100">
              <a:solidFill>
                <a:srgbClr val="E1DBDA"/>
              </a:solidFill>
              <a:latin typeface="Inter"/>
              <a:ea typeface="Inter"/>
              <a:cs typeface="Inter"/>
              <a:sym typeface="Inter"/>
            </a:endParaRPr>
          </a:p>
          <a:p>
            <a:pPr indent="-361950" lvl="2" marL="1371600" marR="0" rtl="0" algn="l">
              <a:lnSpc>
                <a:spcPct val="150000"/>
              </a:lnSpc>
              <a:spcBef>
                <a:spcPts val="0"/>
              </a:spcBef>
              <a:spcAft>
                <a:spcPts val="0"/>
              </a:spcAft>
              <a:buClr>
                <a:srgbClr val="E1DBDA"/>
              </a:buClr>
              <a:buSzPts val="2100"/>
              <a:buFont typeface="Arial"/>
              <a:buChar char="■"/>
            </a:pPr>
            <a:r>
              <a:rPr lang="en-US" sz="2100">
                <a:solidFill>
                  <a:srgbClr val="E1DBDA"/>
                </a:solidFill>
                <a:latin typeface="Inter"/>
                <a:ea typeface="Inter"/>
                <a:cs typeface="Inter"/>
                <a:sym typeface="Inter"/>
              </a:rPr>
              <a:t>Water quality shifts</a:t>
            </a:r>
            <a:endParaRPr sz="2100">
              <a:solidFill>
                <a:srgbClr val="E1DBDA"/>
              </a:solidFill>
              <a:latin typeface="Inter"/>
              <a:ea typeface="Inter"/>
              <a:cs typeface="Inter"/>
              <a:sym typeface="Inter"/>
            </a:endParaRPr>
          </a:p>
          <a:p>
            <a:pPr indent="-361950" lvl="2" marL="1371600" marR="0" rtl="0" algn="l">
              <a:lnSpc>
                <a:spcPct val="150000"/>
              </a:lnSpc>
              <a:spcBef>
                <a:spcPts val="0"/>
              </a:spcBef>
              <a:spcAft>
                <a:spcPts val="0"/>
              </a:spcAft>
              <a:buClr>
                <a:srgbClr val="E1DBDA"/>
              </a:buClr>
              <a:buSzPts val="2100"/>
              <a:buFont typeface="Arial"/>
              <a:buChar char="■"/>
            </a:pPr>
            <a:r>
              <a:rPr lang="en-US" sz="2100">
                <a:solidFill>
                  <a:srgbClr val="E1DBDA"/>
                </a:solidFill>
                <a:latin typeface="Inter"/>
                <a:ea typeface="Inter"/>
                <a:cs typeface="Inter"/>
                <a:sym typeface="Inter"/>
              </a:rPr>
              <a:t>Limited infrastructure</a:t>
            </a:r>
            <a:endParaRPr sz="2100">
              <a:solidFill>
                <a:srgbClr val="E1DBDA"/>
              </a:solidFill>
              <a:latin typeface="Inter"/>
              <a:ea typeface="Inter"/>
              <a:cs typeface="Inter"/>
              <a:sym typeface="Inter"/>
            </a:endParaRPr>
          </a:p>
        </p:txBody>
      </p:sp>
      <p:sp>
        <p:nvSpPr>
          <p:cNvPr id="124" name="Google Shape;124;p16"/>
          <p:cNvSpPr txBox="1"/>
          <p:nvPr/>
        </p:nvSpPr>
        <p:spPr>
          <a:xfrm>
            <a:off x="1028700" y="628650"/>
            <a:ext cx="3650400" cy="277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1800">
                <a:solidFill>
                  <a:srgbClr val="E1DBDA"/>
                </a:solidFill>
                <a:latin typeface="Inter"/>
                <a:ea typeface="Inter"/>
                <a:cs typeface="Inter"/>
                <a:sym typeface="Inter"/>
              </a:rPr>
              <a:t>SCOUT</a:t>
            </a:r>
            <a:endParaRPr/>
          </a:p>
        </p:txBody>
      </p:sp>
      <p:cxnSp>
        <p:nvCxnSpPr>
          <p:cNvPr id="125" name="Google Shape;125;p16"/>
          <p:cNvCxnSpPr/>
          <p:nvPr/>
        </p:nvCxnSpPr>
        <p:spPr>
          <a:xfrm>
            <a:off x="4035062" y="796290"/>
            <a:ext cx="13224300" cy="0"/>
          </a:xfrm>
          <a:prstGeom prst="straightConnector1">
            <a:avLst/>
          </a:prstGeom>
          <a:noFill/>
          <a:ln cap="flat" cmpd="sng" w="9525">
            <a:solidFill>
              <a:srgbClr val="E1DBDA"/>
            </a:solidFill>
            <a:prstDash val="solid"/>
            <a:round/>
            <a:headEnd len="sm" w="sm" type="none"/>
            <a:tailEnd len="sm" w="sm" type="none"/>
          </a:ln>
        </p:spPr>
      </p:cxnSp>
      <p:sp>
        <p:nvSpPr>
          <p:cNvPr id="126" name="Google Shape;126;p16"/>
          <p:cNvSpPr txBox="1"/>
          <p:nvPr/>
        </p:nvSpPr>
        <p:spPr>
          <a:xfrm>
            <a:off x="650190" y="6469278"/>
            <a:ext cx="7705500" cy="1777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2100">
                <a:solidFill>
                  <a:srgbClr val="E1DBDA"/>
                </a:solidFill>
                <a:latin typeface="Inter"/>
                <a:ea typeface="Inter"/>
                <a:cs typeface="Inter"/>
                <a:sym typeface="Inter"/>
              </a:rPr>
              <a:t>Coral reef stakeholders currently lack an affordable, scalable, and continuous method for monitoring shallow-water reef environmental conditions.</a:t>
            </a:r>
            <a:endParaRPr b="1" sz="2100">
              <a:solidFill>
                <a:srgbClr val="E1DBDA"/>
              </a:solidFill>
              <a:latin typeface="Inter"/>
              <a:ea typeface="Inter"/>
              <a:cs typeface="Inter"/>
              <a:sym typeface="Inter"/>
            </a:endParaRPr>
          </a:p>
          <a:p>
            <a:pPr indent="0" lvl="0" marL="0" marR="0" rtl="0" algn="l">
              <a:lnSpc>
                <a:spcPct val="150000"/>
              </a:lnSpc>
              <a:spcBef>
                <a:spcPts val="0"/>
              </a:spcBef>
              <a:spcAft>
                <a:spcPts val="0"/>
              </a:spcAft>
              <a:buNone/>
            </a:pPr>
            <a:r>
              <a:t/>
            </a:r>
            <a:endParaRPr sz="2100">
              <a:solidFill>
                <a:srgbClr val="E1DBDA"/>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130" name="Shape 130"/>
        <p:cNvGrpSpPr/>
        <p:nvPr/>
      </p:nvGrpSpPr>
      <p:grpSpPr>
        <a:xfrm>
          <a:off x="0" y="0"/>
          <a:ext cx="0" cy="0"/>
          <a:chOff x="0" y="0"/>
          <a:chExt cx="0" cy="0"/>
        </a:xfrm>
      </p:grpSpPr>
      <p:sp>
        <p:nvSpPr>
          <p:cNvPr id="131" name="Google Shape;131;p17"/>
          <p:cNvSpPr txBox="1"/>
          <p:nvPr/>
        </p:nvSpPr>
        <p:spPr>
          <a:xfrm>
            <a:off x="1028700" y="1846850"/>
            <a:ext cx="15105600" cy="12315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8000">
                <a:solidFill>
                  <a:srgbClr val="E1DBDA"/>
                </a:solidFill>
                <a:latin typeface="IBM Plex Sans Condensed"/>
                <a:ea typeface="IBM Plex Sans Condensed"/>
                <a:cs typeface="IBM Plex Sans Condensed"/>
                <a:sym typeface="IBM Plex Sans Condensed"/>
              </a:rPr>
              <a:t>Stakeholders &amp; Ecosystem</a:t>
            </a:r>
            <a:endParaRPr/>
          </a:p>
        </p:txBody>
      </p:sp>
      <p:cxnSp>
        <p:nvCxnSpPr>
          <p:cNvPr id="132" name="Google Shape;132;p17"/>
          <p:cNvCxnSpPr/>
          <p:nvPr/>
        </p:nvCxnSpPr>
        <p:spPr>
          <a:xfrm>
            <a:off x="4278682" y="796290"/>
            <a:ext cx="12980700" cy="0"/>
          </a:xfrm>
          <a:prstGeom prst="straightConnector1">
            <a:avLst/>
          </a:prstGeom>
          <a:noFill/>
          <a:ln cap="flat" cmpd="sng" w="9525">
            <a:solidFill>
              <a:srgbClr val="E1DBDA"/>
            </a:solidFill>
            <a:prstDash val="solid"/>
            <a:round/>
            <a:headEnd len="sm" w="sm" type="none"/>
            <a:tailEnd len="sm" w="sm" type="none"/>
          </a:ln>
        </p:spPr>
      </p:cxnSp>
      <p:sp>
        <p:nvSpPr>
          <p:cNvPr id="133" name="Google Shape;133;p17"/>
          <p:cNvSpPr/>
          <p:nvPr/>
        </p:nvSpPr>
        <p:spPr>
          <a:xfrm rot="1859299">
            <a:off x="14251150" y="6975742"/>
            <a:ext cx="4267652" cy="5628799"/>
          </a:xfrm>
          <a:custGeom>
            <a:rect b="b" l="l" r="r" t="t"/>
            <a:pathLst>
              <a:path extrusionOk="0" h="5627304" w="4266519">
                <a:moveTo>
                  <a:pt x="0" y="0"/>
                </a:moveTo>
                <a:lnTo>
                  <a:pt x="4266519" y="0"/>
                </a:lnTo>
                <a:lnTo>
                  <a:pt x="4266519" y="5627304"/>
                </a:lnTo>
                <a:lnTo>
                  <a:pt x="0" y="5627304"/>
                </a:lnTo>
                <a:lnTo>
                  <a:pt x="0" y="0"/>
                </a:lnTo>
                <a:close/>
              </a:path>
            </a:pathLst>
          </a:custGeom>
          <a:blipFill rotWithShape="1">
            <a:blip r:embed="rId3">
              <a:alphaModFix/>
            </a:blip>
            <a:stretch>
              <a:fillRect b="0" l="0" r="0" t="0"/>
            </a:stretch>
          </a:blipFill>
          <a:ln>
            <a:noFill/>
          </a:ln>
        </p:spPr>
      </p:sp>
      <p:sp>
        <p:nvSpPr>
          <p:cNvPr id="134" name="Google Shape;134;p17"/>
          <p:cNvSpPr txBox="1"/>
          <p:nvPr/>
        </p:nvSpPr>
        <p:spPr>
          <a:xfrm>
            <a:off x="667750" y="3775275"/>
            <a:ext cx="5125500" cy="3270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2500">
                <a:solidFill>
                  <a:srgbClr val="E1DBDA"/>
                </a:solidFill>
                <a:latin typeface="Inter"/>
                <a:ea typeface="Inter"/>
                <a:cs typeface="Inter"/>
                <a:sym typeface="Inter"/>
              </a:rPr>
              <a:t>Primary Stakeholders</a:t>
            </a:r>
            <a:endParaRPr b="1" sz="2500">
              <a:solidFill>
                <a:srgbClr val="E1DBDA"/>
              </a:solidFill>
              <a:latin typeface="Inter"/>
              <a:ea typeface="Inter"/>
              <a:cs typeface="Inter"/>
              <a:sym typeface="Inter"/>
            </a:endParaRPr>
          </a:p>
          <a:p>
            <a:pPr indent="-252095" lvl="1" marL="453390" marR="0" rtl="0" algn="l">
              <a:lnSpc>
                <a:spcPct val="150000"/>
              </a:lnSpc>
              <a:spcBef>
                <a:spcPts val="0"/>
              </a:spcBef>
              <a:spcAft>
                <a:spcPts val="0"/>
              </a:spcAft>
              <a:buClr>
                <a:srgbClr val="E1DBDA"/>
              </a:buClr>
              <a:buSzPts val="2500"/>
              <a:buFont typeface="Arial"/>
              <a:buChar char="•"/>
            </a:pPr>
            <a:r>
              <a:rPr lang="en-US" sz="2500">
                <a:solidFill>
                  <a:srgbClr val="E1DBDA"/>
                </a:solidFill>
                <a:latin typeface="Inter"/>
                <a:ea typeface="Inter"/>
                <a:cs typeface="Inter"/>
                <a:sym typeface="Inter"/>
              </a:rPr>
              <a:t>Conservation organizations</a:t>
            </a:r>
            <a:endParaRPr sz="2500">
              <a:solidFill>
                <a:srgbClr val="E1DBDA"/>
              </a:solidFill>
              <a:latin typeface="Inter"/>
              <a:ea typeface="Inter"/>
              <a:cs typeface="Inter"/>
              <a:sym typeface="Inter"/>
            </a:endParaRPr>
          </a:p>
          <a:p>
            <a:pPr indent="-252095" lvl="1" marL="453390" marR="0" rtl="0" algn="l">
              <a:lnSpc>
                <a:spcPct val="150000"/>
              </a:lnSpc>
              <a:spcBef>
                <a:spcPts val="0"/>
              </a:spcBef>
              <a:spcAft>
                <a:spcPts val="0"/>
              </a:spcAft>
              <a:buClr>
                <a:srgbClr val="E1DBDA"/>
              </a:buClr>
              <a:buSzPts val="2500"/>
              <a:buFont typeface="Arial"/>
              <a:buChar char="•"/>
            </a:pPr>
            <a:r>
              <a:rPr lang="en-US" sz="2500">
                <a:solidFill>
                  <a:srgbClr val="E1DBDA"/>
                </a:solidFill>
                <a:latin typeface="Inter"/>
                <a:ea typeface="Inter"/>
                <a:cs typeface="Inter"/>
                <a:sym typeface="Inter"/>
              </a:rPr>
              <a:t>Government agencies</a:t>
            </a:r>
            <a:endParaRPr sz="2500">
              <a:solidFill>
                <a:srgbClr val="E1DBDA"/>
              </a:solidFill>
              <a:latin typeface="Inter"/>
              <a:ea typeface="Inter"/>
              <a:cs typeface="Inter"/>
              <a:sym typeface="Inter"/>
            </a:endParaRPr>
          </a:p>
          <a:p>
            <a:pPr indent="-252095" lvl="1" marL="453390" marR="0" rtl="0" algn="l">
              <a:lnSpc>
                <a:spcPct val="150000"/>
              </a:lnSpc>
              <a:spcBef>
                <a:spcPts val="0"/>
              </a:spcBef>
              <a:spcAft>
                <a:spcPts val="0"/>
              </a:spcAft>
              <a:buClr>
                <a:srgbClr val="E1DBDA"/>
              </a:buClr>
              <a:buSzPts val="2500"/>
              <a:buFont typeface="Arial"/>
              <a:buChar char="•"/>
            </a:pPr>
            <a:r>
              <a:rPr lang="en-US" sz="2500">
                <a:solidFill>
                  <a:srgbClr val="E1DBDA"/>
                </a:solidFill>
                <a:latin typeface="Inter"/>
                <a:ea typeface="Inter"/>
                <a:cs typeface="Inter"/>
                <a:sym typeface="Inter"/>
              </a:rPr>
              <a:t>Reef researchers</a:t>
            </a:r>
            <a:endParaRPr sz="2500">
              <a:solidFill>
                <a:srgbClr val="E1DBDA"/>
              </a:solidFill>
              <a:latin typeface="Inter"/>
              <a:ea typeface="Inter"/>
              <a:cs typeface="Inter"/>
              <a:sym typeface="Inter"/>
            </a:endParaRPr>
          </a:p>
          <a:p>
            <a:pPr indent="-252095" lvl="1" marL="453390" marR="0" rtl="0" algn="l">
              <a:lnSpc>
                <a:spcPct val="150000"/>
              </a:lnSpc>
              <a:spcBef>
                <a:spcPts val="0"/>
              </a:spcBef>
              <a:spcAft>
                <a:spcPts val="0"/>
              </a:spcAft>
              <a:buClr>
                <a:srgbClr val="E1DBDA"/>
              </a:buClr>
              <a:buSzPts val="2500"/>
              <a:buFont typeface="Arial"/>
              <a:buChar char="•"/>
            </a:pPr>
            <a:r>
              <a:rPr lang="en-US" sz="2500">
                <a:solidFill>
                  <a:srgbClr val="E1DBDA"/>
                </a:solidFill>
                <a:latin typeface="Inter"/>
                <a:ea typeface="Inter"/>
                <a:cs typeface="Inter"/>
                <a:sym typeface="Inter"/>
              </a:rPr>
              <a:t>Coastal communities</a:t>
            </a:r>
            <a:endParaRPr sz="2500">
              <a:solidFill>
                <a:srgbClr val="E1DBDA"/>
              </a:solidFill>
              <a:latin typeface="Inter"/>
              <a:ea typeface="Inter"/>
              <a:cs typeface="Inter"/>
              <a:sym typeface="Inter"/>
            </a:endParaRPr>
          </a:p>
          <a:p>
            <a:pPr indent="-252095" lvl="1" marL="453390" marR="0" rtl="0" algn="l">
              <a:lnSpc>
                <a:spcPct val="150000"/>
              </a:lnSpc>
              <a:spcBef>
                <a:spcPts val="0"/>
              </a:spcBef>
              <a:spcAft>
                <a:spcPts val="0"/>
              </a:spcAft>
              <a:buClr>
                <a:srgbClr val="E1DBDA"/>
              </a:buClr>
              <a:buSzPts val="2500"/>
              <a:buFont typeface="Arial"/>
              <a:buChar char="•"/>
            </a:pPr>
            <a:r>
              <a:rPr lang="en-US" sz="2500">
                <a:solidFill>
                  <a:srgbClr val="E1DBDA"/>
                </a:solidFill>
                <a:latin typeface="Inter"/>
                <a:ea typeface="Inter"/>
                <a:cs typeface="Inter"/>
                <a:sym typeface="Inter"/>
              </a:rPr>
              <a:t>Resorts / ecotourism</a:t>
            </a:r>
            <a:endParaRPr sz="2500">
              <a:solidFill>
                <a:srgbClr val="E1DBDA"/>
              </a:solidFill>
              <a:latin typeface="Inter"/>
              <a:ea typeface="Inter"/>
              <a:cs typeface="Inter"/>
              <a:sym typeface="Inter"/>
            </a:endParaRPr>
          </a:p>
        </p:txBody>
      </p:sp>
      <p:sp>
        <p:nvSpPr>
          <p:cNvPr id="135" name="Google Shape;135;p17"/>
          <p:cNvSpPr txBox="1"/>
          <p:nvPr/>
        </p:nvSpPr>
        <p:spPr>
          <a:xfrm>
            <a:off x="1028700" y="628650"/>
            <a:ext cx="4540800" cy="277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1800">
                <a:solidFill>
                  <a:srgbClr val="E1DBDA"/>
                </a:solidFill>
                <a:latin typeface="Inter"/>
                <a:ea typeface="Inter"/>
                <a:cs typeface="Inter"/>
                <a:sym typeface="Inter"/>
              </a:rPr>
              <a:t>SCOUT</a:t>
            </a:r>
            <a:endParaRPr/>
          </a:p>
        </p:txBody>
      </p:sp>
      <p:sp>
        <p:nvSpPr>
          <p:cNvPr id="136" name="Google Shape;136;p17"/>
          <p:cNvSpPr txBox="1"/>
          <p:nvPr/>
        </p:nvSpPr>
        <p:spPr>
          <a:xfrm>
            <a:off x="6244951" y="3775275"/>
            <a:ext cx="4673100" cy="2693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2500">
                <a:solidFill>
                  <a:srgbClr val="E1DBDA"/>
                </a:solidFill>
                <a:latin typeface="Inter"/>
                <a:ea typeface="Inter"/>
                <a:cs typeface="Inter"/>
                <a:sym typeface="Inter"/>
              </a:rPr>
              <a:t>Stakeholder Challenges</a:t>
            </a:r>
            <a:endParaRPr b="1" sz="2500">
              <a:solidFill>
                <a:srgbClr val="E1DBDA"/>
              </a:solidFill>
              <a:latin typeface="Inter"/>
              <a:ea typeface="Inter"/>
              <a:cs typeface="Inter"/>
              <a:sym typeface="Inter"/>
            </a:endParaRPr>
          </a:p>
          <a:p>
            <a:pPr indent="-252095" lvl="1" marL="453390" marR="0" rtl="0" algn="l">
              <a:lnSpc>
                <a:spcPct val="150000"/>
              </a:lnSpc>
              <a:spcBef>
                <a:spcPts val="0"/>
              </a:spcBef>
              <a:spcAft>
                <a:spcPts val="0"/>
              </a:spcAft>
              <a:buClr>
                <a:srgbClr val="E1DBDA"/>
              </a:buClr>
              <a:buSzPts val="2500"/>
              <a:buFont typeface="Arial"/>
              <a:buChar char="•"/>
            </a:pPr>
            <a:r>
              <a:rPr lang="en-US" sz="2500">
                <a:solidFill>
                  <a:srgbClr val="E1DBDA"/>
                </a:solidFill>
                <a:latin typeface="Inter"/>
                <a:ea typeface="Inter"/>
                <a:cs typeface="Inter"/>
                <a:sym typeface="Inter"/>
              </a:rPr>
              <a:t>Limited reef data</a:t>
            </a:r>
            <a:endParaRPr sz="2500">
              <a:solidFill>
                <a:srgbClr val="E1DBDA"/>
              </a:solidFill>
              <a:latin typeface="Inter"/>
              <a:ea typeface="Inter"/>
              <a:cs typeface="Inter"/>
              <a:sym typeface="Inter"/>
            </a:endParaRPr>
          </a:p>
          <a:p>
            <a:pPr indent="-252095" lvl="1" marL="453390" marR="0" rtl="0" algn="l">
              <a:lnSpc>
                <a:spcPct val="150000"/>
              </a:lnSpc>
              <a:spcBef>
                <a:spcPts val="0"/>
              </a:spcBef>
              <a:spcAft>
                <a:spcPts val="0"/>
              </a:spcAft>
              <a:buClr>
                <a:srgbClr val="E1DBDA"/>
              </a:buClr>
              <a:buSzPts val="2500"/>
              <a:buFont typeface="Arial"/>
              <a:buChar char="•"/>
            </a:pPr>
            <a:r>
              <a:rPr lang="en-US" sz="2500">
                <a:solidFill>
                  <a:srgbClr val="E1DBDA"/>
                </a:solidFill>
                <a:latin typeface="Inter"/>
                <a:ea typeface="Inter"/>
                <a:cs typeface="Inter"/>
                <a:sym typeface="Inter"/>
              </a:rPr>
              <a:t>High monitoring cost</a:t>
            </a:r>
            <a:endParaRPr sz="2500">
              <a:solidFill>
                <a:srgbClr val="E1DBDA"/>
              </a:solidFill>
              <a:latin typeface="Inter"/>
              <a:ea typeface="Inter"/>
              <a:cs typeface="Inter"/>
              <a:sym typeface="Inter"/>
            </a:endParaRPr>
          </a:p>
          <a:p>
            <a:pPr indent="-252095" lvl="1" marL="453390" marR="0" rtl="0" algn="l">
              <a:lnSpc>
                <a:spcPct val="150000"/>
              </a:lnSpc>
              <a:spcBef>
                <a:spcPts val="0"/>
              </a:spcBef>
              <a:spcAft>
                <a:spcPts val="0"/>
              </a:spcAft>
              <a:buClr>
                <a:srgbClr val="E1DBDA"/>
              </a:buClr>
              <a:buSzPts val="2500"/>
              <a:buFont typeface="Arial"/>
              <a:buChar char="•"/>
            </a:pPr>
            <a:r>
              <a:rPr lang="en-US" sz="2500">
                <a:solidFill>
                  <a:srgbClr val="E1DBDA"/>
                </a:solidFill>
                <a:latin typeface="Inter"/>
                <a:ea typeface="Inter"/>
                <a:cs typeface="Inter"/>
                <a:sym typeface="Inter"/>
              </a:rPr>
              <a:t>Difficult long-term tracking</a:t>
            </a:r>
            <a:endParaRPr sz="2500">
              <a:solidFill>
                <a:srgbClr val="E1DBDA"/>
              </a:solidFill>
              <a:latin typeface="Inter"/>
              <a:ea typeface="Inter"/>
              <a:cs typeface="Inter"/>
              <a:sym typeface="Inter"/>
            </a:endParaRPr>
          </a:p>
          <a:p>
            <a:pPr indent="-252095" lvl="1" marL="453390" marR="0" rtl="0" algn="l">
              <a:lnSpc>
                <a:spcPct val="150000"/>
              </a:lnSpc>
              <a:spcBef>
                <a:spcPts val="0"/>
              </a:spcBef>
              <a:spcAft>
                <a:spcPts val="0"/>
              </a:spcAft>
              <a:buClr>
                <a:srgbClr val="E1DBDA"/>
              </a:buClr>
              <a:buSzPts val="2500"/>
              <a:buFont typeface="Arial"/>
              <a:buChar char="•"/>
            </a:pPr>
            <a:r>
              <a:rPr lang="en-US" sz="2500">
                <a:solidFill>
                  <a:srgbClr val="E1DBDA"/>
                </a:solidFill>
                <a:latin typeface="Inter"/>
                <a:ea typeface="Inter"/>
                <a:cs typeface="Inter"/>
                <a:sym typeface="Inter"/>
              </a:rPr>
              <a:t>Limited site coverage</a:t>
            </a:r>
            <a:endParaRPr sz="2500">
              <a:solidFill>
                <a:srgbClr val="E1DBDA"/>
              </a:solidFill>
              <a:latin typeface="Inter"/>
              <a:ea typeface="Inter"/>
              <a:cs typeface="Inter"/>
              <a:sym typeface="Inter"/>
            </a:endParaRPr>
          </a:p>
        </p:txBody>
      </p:sp>
      <p:sp>
        <p:nvSpPr>
          <p:cNvPr id="137" name="Google Shape;137;p17"/>
          <p:cNvSpPr txBox="1"/>
          <p:nvPr/>
        </p:nvSpPr>
        <p:spPr>
          <a:xfrm>
            <a:off x="11369775" y="3775275"/>
            <a:ext cx="5793300" cy="3270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2500">
                <a:solidFill>
                  <a:srgbClr val="E1DBDA"/>
                </a:solidFill>
                <a:latin typeface="Inter"/>
                <a:ea typeface="Inter"/>
                <a:cs typeface="Inter"/>
                <a:sym typeface="Inter"/>
              </a:rPr>
              <a:t>Project Ecosystem Factors</a:t>
            </a:r>
            <a:endParaRPr b="1" sz="2500">
              <a:solidFill>
                <a:srgbClr val="E1DBDA"/>
              </a:solidFill>
              <a:latin typeface="Inter"/>
              <a:ea typeface="Inter"/>
              <a:cs typeface="Inter"/>
              <a:sym typeface="Inter"/>
            </a:endParaRPr>
          </a:p>
          <a:p>
            <a:pPr indent="-252095" lvl="1" marL="453390" marR="0" rtl="0" algn="l">
              <a:lnSpc>
                <a:spcPct val="150000"/>
              </a:lnSpc>
              <a:spcBef>
                <a:spcPts val="0"/>
              </a:spcBef>
              <a:spcAft>
                <a:spcPts val="0"/>
              </a:spcAft>
              <a:buClr>
                <a:srgbClr val="E1DBDA"/>
              </a:buClr>
              <a:buSzPts val="2500"/>
              <a:buFont typeface="Arial"/>
              <a:buChar char="•"/>
            </a:pPr>
            <a:r>
              <a:rPr lang="en-US" sz="2500">
                <a:solidFill>
                  <a:srgbClr val="E1DBDA"/>
                </a:solidFill>
                <a:latin typeface="Inter"/>
                <a:ea typeface="Inter"/>
                <a:cs typeface="Inter"/>
                <a:sym typeface="Inter"/>
              </a:rPr>
              <a:t>Climate change</a:t>
            </a:r>
            <a:endParaRPr sz="2500">
              <a:solidFill>
                <a:srgbClr val="E1DBDA"/>
              </a:solidFill>
              <a:latin typeface="Inter"/>
              <a:ea typeface="Inter"/>
              <a:cs typeface="Inter"/>
              <a:sym typeface="Inter"/>
            </a:endParaRPr>
          </a:p>
          <a:p>
            <a:pPr indent="-252095" lvl="1" marL="453390" marR="0" rtl="0" algn="l">
              <a:lnSpc>
                <a:spcPct val="150000"/>
              </a:lnSpc>
              <a:spcBef>
                <a:spcPts val="0"/>
              </a:spcBef>
              <a:spcAft>
                <a:spcPts val="0"/>
              </a:spcAft>
              <a:buClr>
                <a:srgbClr val="E1DBDA"/>
              </a:buClr>
              <a:buSzPts val="2500"/>
              <a:buFont typeface="Arial"/>
              <a:buChar char="•"/>
            </a:pPr>
            <a:r>
              <a:rPr lang="en-US" sz="2500">
                <a:solidFill>
                  <a:srgbClr val="E1DBDA"/>
                </a:solidFill>
                <a:latin typeface="Inter"/>
                <a:ea typeface="Inter"/>
                <a:cs typeface="Inter"/>
                <a:sym typeface="Inter"/>
              </a:rPr>
              <a:t>Water quality variability</a:t>
            </a:r>
            <a:endParaRPr sz="2500">
              <a:solidFill>
                <a:srgbClr val="E1DBDA"/>
              </a:solidFill>
              <a:latin typeface="Inter"/>
              <a:ea typeface="Inter"/>
              <a:cs typeface="Inter"/>
              <a:sym typeface="Inter"/>
            </a:endParaRPr>
          </a:p>
          <a:p>
            <a:pPr indent="-252095" lvl="1" marL="453390" marR="0" rtl="0" algn="l">
              <a:lnSpc>
                <a:spcPct val="150000"/>
              </a:lnSpc>
              <a:spcBef>
                <a:spcPts val="0"/>
              </a:spcBef>
              <a:spcAft>
                <a:spcPts val="0"/>
              </a:spcAft>
              <a:buClr>
                <a:srgbClr val="E1DBDA"/>
              </a:buClr>
              <a:buSzPts val="2500"/>
              <a:buFont typeface="Arial"/>
              <a:buChar char="•"/>
            </a:pPr>
            <a:r>
              <a:rPr lang="en-US" sz="2500">
                <a:solidFill>
                  <a:srgbClr val="E1DBDA"/>
                </a:solidFill>
                <a:latin typeface="Inter"/>
                <a:ea typeface="Inter"/>
                <a:cs typeface="Inter"/>
                <a:sym typeface="Inter"/>
              </a:rPr>
              <a:t>Storm exposure</a:t>
            </a:r>
            <a:endParaRPr sz="2500">
              <a:solidFill>
                <a:srgbClr val="E1DBDA"/>
              </a:solidFill>
              <a:latin typeface="Inter"/>
              <a:ea typeface="Inter"/>
              <a:cs typeface="Inter"/>
              <a:sym typeface="Inter"/>
            </a:endParaRPr>
          </a:p>
          <a:p>
            <a:pPr indent="-252095" lvl="1" marL="453390" marR="0" rtl="0" algn="l">
              <a:lnSpc>
                <a:spcPct val="150000"/>
              </a:lnSpc>
              <a:spcBef>
                <a:spcPts val="0"/>
              </a:spcBef>
              <a:spcAft>
                <a:spcPts val="0"/>
              </a:spcAft>
              <a:buClr>
                <a:srgbClr val="E1DBDA"/>
              </a:buClr>
              <a:buSzPts val="2500"/>
              <a:buFont typeface="Arial"/>
              <a:buChar char="•"/>
            </a:pPr>
            <a:r>
              <a:rPr lang="en-US" sz="2500">
                <a:solidFill>
                  <a:srgbClr val="E1DBDA"/>
                </a:solidFill>
                <a:latin typeface="Inter"/>
                <a:ea typeface="Inter"/>
                <a:cs typeface="Inter"/>
                <a:sym typeface="Inter"/>
              </a:rPr>
              <a:t>Reef accessibility</a:t>
            </a:r>
            <a:endParaRPr sz="2500">
              <a:solidFill>
                <a:srgbClr val="E1DBDA"/>
              </a:solidFill>
              <a:latin typeface="Inter"/>
              <a:ea typeface="Inter"/>
              <a:cs typeface="Inter"/>
              <a:sym typeface="Inter"/>
            </a:endParaRPr>
          </a:p>
          <a:p>
            <a:pPr indent="-252095" lvl="1" marL="453390" marR="0" rtl="0" algn="l">
              <a:lnSpc>
                <a:spcPct val="150000"/>
              </a:lnSpc>
              <a:spcBef>
                <a:spcPts val="0"/>
              </a:spcBef>
              <a:spcAft>
                <a:spcPts val="0"/>
              </a:spcAft>
              <a:buClr>
                <a:srgbClr val="E1DBDA"/>
              </a:buClr>
              <a:buSzPts val="2500"/>
              <a:buFont typeface="Arial"/>
              <a:buChar char="•"/>
            </a:pPr>
            <a:r>
              <a:rPr lang="en-US" sz="2500">
                <a:solidFill>
                  <a:srgbClr val="E1DBDA"/>
                </a:solidFill>
                <a:latin typeface="Inter"/>
                <a:ea typeface="Inter"/>
                <a:cs typeface="Inter"/>
                <a:sym typeface="Inter"/>
              </a:rPr>
              <a:t>Cost &amp; scalability constraints</a:t>
            </a:r>
            <a:endParaRPr sz="2500">
              <a:solidFill>
                <a:srgbClr val="E1DBDA"/>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141" name="Shape 141"/>
        <p:cNvGrpSpPr/>
        <p:nvPr/>
      </p:nvGrpSpPr>
      <p:grpSpPr>
        <a:xfrm>
          <a:off x="0" y="0"/>
          <a:ext cx="0" cy="0"/>
          <a:chOff x="0" y="0"/>
          <a:chExt cx="0" cy="0"/>
        </a:xfrm>
      </p:grpSpPr>
      <p:sp>
        <p:nvSpPr>
          <p:cNvPr id="142" name="Google Shape;142;p18"/>
          <p:cNvSpPr txBox="1"/>
          <p:nvPr/>
        </p:nvSpPr>
        <p:spPr>
          <a:xfrm>
            <a:off x="1028700" y="2707975"/>
            <a:ext cx="5197500" cy="7311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2500">
                <a:solidFill>
                  <a:srgbClr val="E1DBDA"/>
                </a:solidFill>
                <a:latin typeface="Inter"/>
                <a:ea typeface="Inter"/>
                <a:cs typeface="Inter"/>
                <a:sym typeface="Inter"/>
              </a:rPr>
              <a:t>Initial Focus</a:t>
            </a:r>
            <a:endParaRPr b="1" sz="2500">
              <a:solidFill>
                <a:srgbClr val="E1DBDA"/>
              </a:solidFill>
              <a:latin typeface="Inter"/>
              <a:ea typeface="Inter"/>
              <a:cs typeface="Inter"/>
              <a:sym typeface="Inter"/>
            </a:endParaRPr>
          </a:p>
          <a:p>
            <a:pPr indent="-252095" lvl="1" marL="453390" marR="0" rtl="0" algn="l">
              <a:lnSpc>
                <a:spcPct val="150000"/>
              </a:lnSpc>
              <a:spcBef>
                <a:spcPts val="0"/>
              </a:spcBef>
              <a:spcAft>
                <a:spcPts val="0"/>
              </a:spcAft>
              <a:buClr>
                <a:srgbClr val="E1DBDA"/>
              </a:buClr>
              <a:buSzPts val="2500"/>
              <a:buFont typeface="Arial"/>
              <a:buChar char="•"/>
            </a:pPr>
            <a:r>
              <a:rPr b="1" lang="en-US" sz="2500">
                <a:solidFill>
                  <a:srgbClr val="E1DBDA"/>
                </a:solidFill>
                <a:latin typeface="Inter"/>
                <a:ea typeface="Inter"/>
                <a:cs typeface="Inter"/>
                <a:sym typeface="Inter"/>
              </a:rPr>
              <a:t>Shallow-water reef monitoring</a:t>
            </a:r>
            <a:endParaRPr b="1" sz="2500">
              <a:solidFill>
                <a:srgbClr val="E1DBDA"/>
              </a:solidFill>
              <a:latin typeface="Inter"/>
              <a:ea typeface="Inter"/>
              <a:cs typeface="Inter"/>
              <a:sym typeface="Inter"/>
            </a:endParaRPr>
          </a:p>
          <a:p>
            <a:pPr indent="-252095" lvl="1" marL="453390" marR="0" rtl="0" algn="l">
              <a:lnSpc>
                <a:spcPct val="150000"/>
              </a:lnSpc>
              <a:spcBef>
                <a:spcPts val="0"/>
              </a:spcBef>
              <a:spcAft>
                <a:spcPts val="0"/>
              </a:spcAft>
              <a:buClr>
                <a:srgbClr val="E1DBDA"/>
              </a:buClr>
              <a:buSzPts val="2500"/>
              <a:buFont typeface="Arial"/>
              <a:buChar char="•"/>
            </a:pPr>
            <a:r>
              <a:rPr b="1" lang="en-US" sz="2500">
                <a:solidFill>
                  <a:srgbClr val="E1DBDA"/>
                </a:solidFill>
                <a:latin typeface="Inter"/>
                <a:ea typeface="Inter"/>
                <a:cs typeface="Inter"/>
                <a:sym typeface="Inter"/>
              </a:rPr>
              <a:t>Long-term environmental sensing</a:t>
            </a:r>
            <a:endParaRPr b="1" sz="2500">
              <a:solidFill>
                <a:srgbClr val="E1DBDA"/>
              </a:solidFill>
              <a:latin typeface="Inter"/>
              <a:ea typeface="Inter"/>
              <a:cs typeface="Inter"/>
              <a:sym typeface="Inter"/>
            </a:endParaRPr>
          </a:p>
          <a:p>
            <a:pPr indent="-252095" lvl="1" marL="453390" marR="0" rtl="0" algn="l">
              <a:lnSpc>
                <a:spcPct val="150000"/>
              </a:lnSpc>
              <a:spcBef>
                <a:spcPts val="0"/>
              </a:spcBef>
              <a:spcAft>
                <a:spcPts val="0"/>
              </a:spcAft>
              <a:buClr>
                <a:srgbClr val="E1DBDA"/>
              </a:buClr>
              <a:buSzPts val="2500"/>
              <a:buFont typeface="Arial"/>
              <a:buChar char="•"/>
            </a:pPr>
            <a:r>
              <a:rPr b="1" lang="en-US" sz="2500">
                <a:solidFill>
                  <a:srgbClr val="E1DBDA"/>
                </a:solidFill>
                <a:latin typeface="Inter"/>
                <a:ea typeface="Inter"/>
                <a:cs typeface="Inter"/>
                <a:sym typeface="Inter"/>
              </a:rPr>
              <a:t>Surface deployment near reefs</a:t>
            </a:r>
            <a:endParaRPr b="1" sz="2500">
              <a:solidFill>
                <a:srgbClr val="E1DBDA"/>
              </a:solidFill>
              <a:latin typeface="Inter"/>
              <a:ea typeface="Inter"/>
              <a:cs typeface="Inter"/>
              <a:sym typeface="Inter"/>
            </a:endParaRPr>
          </a:p>
          <a:p>
            <a:pPr indent="-252095" lvl="1" marL="453390" marR="0" rtl="0" algn="l">
              <a:lnSpc>
                <a:spcPct val="150000"/>
              </a:lnSpc>
              <a:spcBef>
                <a:spcPts val="0"/>
              </a:spcBef>
              <a:spcAft>
                <a:spcPts val="0"/>
              </a:spcAft>
              <a:buClr>
                <a:srgbClr val="E1DBDA"/>
              </a:buClr>
              <a:buSzPts val="2500"/>
              <a:buFont typeface="Arial"/>
              <a:buChar char="•"/>
            </a:pPr>
            <a:r>
              <a:rPr b="1" lang="en-US" sz="2500">
                <a:solidFill>
                  <a:srgbClr val="E1DBDA"/>
                </a:solidFill>
                <a:latin typeface="Inter"/>
                <a:ea typeface="Inter"/>
                <a:cs typeface="Inter"/>
                <a:sym typeface="Inter"/>
              </a:rPr>
              <a:t>Shore-side data transmission</a:t>
            </a:r>
            <a:endParaRPr b="1" sz="2500">
              <a:solidFill>
                <a:srgbClr val="E1DBDA"/>
              </a:solidFill>
              <a:latin typeface="Inter"/>
              <a:ea typeface="Inter"/>
              <a:cs typeface="Inter"/>
              <a:sym typeface="Inter"/>
            </a:endParaRPr>
          </a:p>
          <a:p>
            <a:pPr indent="0" lvl="0" marL="0" marR="0" rtl="0" algn="l">
              <a:lnSpc>
                <a:spcPct val="150000"/>
              </a:lnSpc>
              <a:spcBef>
                <a:spcPts val="0"/>
              </a:spcBef>
              <a:spcAft>
                <a:spcPts val="0"/>
              </a:spcAft>
              <a:buNone/>
            </a:pPr>
            <a:r>
              <a:t/>
            </a:r>
            <a:endParaRPr b="1" sz="2500">
              <a:solidFill>
                <a:srgbClr val="E1DBDA"/>
              </a:solidFill>
              <a:latin typeface="Inter"/>
              <a:ea typeface="Inter"/>
              <a:cs typeface="Inter"/>
              <a:sym typeface="Inter"/>
            </a:endParaRPr>
          </a:p>
          <a:p>
            <a:pPr indent="0" lvl="0" marL="0" marR="0" rtl="0" algn="l">
              <a:lnSpc>
                <a:spcPct val="150000"/>
              </a:lnSpc>
              <a:spcBef>
                <a:spcPts val="0"/>
              </a:spcBef>
              <a:spcAft>
                <a:spcPts val="0"/>
              </a:spcAft>
              <a:buNone/>
            </a:pPr>
            <a:r>
              <a:rPr b="1" lang="en-US" sz="2500">
                <a:solidFill>
                  <a:srgbClr val="E1DBDA"/>
                </a:solidFill>
                <a:latin typeface="Inter"/>
                <a:ea typeface="Inter"/>
                <a:cs typeface="Inter"/>
                <a:sym typeface="Inter"/>
              </a:rPr>
              <a:t>MVP Data Types</a:t>
            </a:r>
            <a:endParaRPr b="1" sz="2500">
              <a:solidFill>
                <a:srgbClr val="E1DBDA"/>
              </a:solidFill>
              <a:latin typeface="Inter"/>
              <a:ea typeface="Inter"/>
              <a:cs typeface="Inter"/>
              <a:sym typeface="Inter"/>
            </a:endParaRPr>
          </a:p>
          <a:p>
            <a:pPr indent="-252095" lvl="1" marL="453390" marR="0" rtl="0" algn="l">
              <a:lnSpc>
                <a:spcPct val="150000"/>
              </a:lnSpc>
              <a:spcBef>
                <a:spcPts val="0"/>
              </a:spcBef>
              <a:spcAft>
                <a:spcPts val="0"/>
              </a:spcAft>
              <a:buClr>
                <a:srgbClr val="E1DBDA"/>
              </a:buClr>
              <a:buSzPts val="2500"/>
              <a:buFont typeface="Arial"/>
              <a:buChar char="•"/>
            </a:pPr>
            <a:r>
              <a:rPr b="1" lang="en-US" sz="2500">
                <a:solidFill>
                  <a:srgbClr val="E1DBDA"/>
                </a:solidFill>
                <a:latin typeface="Inter"/>
                <a:ea typeface="Inter"/>
                <a:cs typeface="Inter"/>
                <a:sym typeface="Inter"/>
              </a:rPr>
              <a:t>Temperature</a:t>
            </a:r>
            <a:endParaRPr b="1" sz="2500">
              <a:solidFill>
                <a:srgbClr val="E1DBDA"/>
              </a:solidFill>
              <a:latin typeface="Inter"/>
              <a:ea typeface="Inter"/>
              <a:cs typeface="Inter"/>
              <a:sym typeface="Inter"/>
            </a:endParaRPr>
          </a:p>
          <a:p>
            <a:pPr indent="-252095" lvl="1" marL="453390" marR="0" rtl="0" algn="l">
              <a:lnSpc>
                <a:spcPct val="150000"/>
              </a:lnSpc>
              <a:spcBef>
                <a:spcPts val="0"/>
              </a:spcBef>
              <a:spcAft>
                <a:spcPts val="0"/>
              </a:spcAft>
              <a:buClr>
                <a:srgbClr val="E1DBDA"/>
              </a:buClr>
              <a:buSzPts val="2500"/>
              <a:buFont typeface="Arial"/>
              <a:buChar char="•"/>
            </a:pPr>
            <a:r>
              <a:rPr b="1" lang="en-US" sz="2500">
                <a:solidFill>
                  <a:srgbClr val="E1DBDA"/>
                </a:solidFill>
                <a:latin typeface="Inter"/>
                <a:ea typeface="Inter"/>
                <a:cs typeface="Inter"/>
                <a:sym typeface="Inter"/>
              </a:rPr>
              <a:t>Water quality indicator</a:t>
            </a:r>
            <a:endParaRPr b="1" sz="2500">
              <a:solidFill>
                <a:srgbClr val="E1DBDA"/>
              </a:solidFill>
              <a:latin typeface="Inter"/>
              <a:ea typeface="Inter"/>
              <a:cs typeface="Inter"/>
              <a:sym typeface="Inter"/>
            </a:endParaRPr>
          </a:p>
          <a:p>
            <a:pPr indent="-252095" lvl="1" marL="453390" marR="0" rtl="0" algn="l">
              <a:lnSpc>
                <a:spcPct val="150000"/>
              </a:lnSpc>
              <a:spcBef>
                <a:spcPts val="0"/>
              </a:spcBef>
              <a:spcAft>
                <a:spcPts val="0"/>
              </a:spcAft>
              <a:buClr>
                <a:srgbClr val="E1DBDA"/>
              </a:buClr>
              <a:buSzPts val="2500"/>
              <a:buFont typeface="Arial"/>
              <a:buChar char="•"/>
            </a:pPr>
            <a:r>
              <a:rPr b="1" lang="en-US" sz="2500">
                <a:solidFill>
                  <a:srgbClr val="E1DBDA"/>
                </a:solidFill>
                <a:latin typeface="Inter"/>
                <a:ea typeface="Inter"/>
                <a:cs typeface="Inter"/>
                <a:sym typeface="Inter"/>
              </a:rPr>
              <a:t>Potential acoustic monitoring</a:t>
            </a:r>
            <a:endParaRPr b="1" sz="2500">
              <a:solidFill>
                <a:srgbClr val="E1DBDA"/>
              </a:solidFill>
              <a:latin typeface="Inter"/>
              <a:ea typeface="Inter"/>
              <a:cs typeface="Inter"/>
              <a:sym typeface="Inter"/>
            </a:endParaRPr>
          </a:p>
          <a:p>
            <a:pPr indent="0" lvl="0" marL="0" marR="0" rtl="0" algn="l">
              <a:lnSpc>
                <a:spcPct val="150000"/>
              </a:lnSpc>
              <a:spcBef>
                <a:spcPts val="0"/>
              </a:spcBef>
              <a:spcAft>
                <a:spcPts val="0"/>
              </a:spcAft>
              <a:buNone/>
            </a:pPr>
            <a:r>
              <a:t/>
            </a:r>
            <a:endParaRPr b="1" sz="2500">
              <a:solidFill>
                <a:srgbClr val="E1DBDA"/>
              </a:solidFill>
              <a:latin typeface="Inter"/>
              <a:ea typeface="Inter"/>
              <a:cs typeface="Inter"/>
              <a:sym typeface="Inter"/>
            </a:endParaRPr>
          </a:p>
        </p:txBody>
      </p:sp>
      <p:sp>
        <p:nvSpPr>
          <p:cNvPr id="143" name="Google Shape;143;p18"/>
          <p:cNvSpPr txBox="1"/>
          <p:nvPr/>
        </p:nvSpPr>
        <p:spPr>
          <a:xfrm>
            <a:off x="1028700" y="1280775"/>
            <a:ext cx="10773900" cy="12315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8000">
                <a:solidFill>
                  <a:srgbClr val="E1DBDA"/>
                </a:solidFill>
                <a:latin typeface="IBM Plex Sans Condensed"/>
                <a:ea typeface="IBM Plex Sans Condensed"/>
                <a:cs typeface="IBM Plex Sans Condensed"/>
                <a:sym typeface="IBM Plex Sans Condensed"/>
              </a:rPr>
              <a:t>Initial Project Scope</a:t>
            </a:r>
            <a:endParaRPr/>
          </a:p>
        </p:txBody>
      </p:sp>
      <p:cxnSp>
        <p:nvCxnSpPr>
          <p:cNvPr id="144" name="Google Shape;144;p18"/>
          <p:cNvCxnSpPr/>
          <p:nvPr/>
        </p:nvCxnSpPr>
        <p:spPr>
          <a:xfrm>
            <a:off x="4278682" y="796290"/>
            <a:ext cx="12980700" cy="0"/>
          </a:xfrm>
          <a:prstGeom prst="straightConnector1">
            <a:avLst/>
          </a:prstGeom>
          <a:noFill/>
          <a:ln cap="flat" cmpd="sng" w="9525">
            <a:solidFill>
              <a:srgbClr val="E1DBDA"/>
            </a:solidFill>
            <a:prstDash val="solid"/>
            <a:round/>
            <a:headEnd len="sm" w="sm" type="none"/>
            <a:tailEnd len="sm" w="sm" type="none"/>
          </a:ln>
        </p:spPr>
      </p:cxnSp>
      <p:sp>
        <p:nvSpPr>
          <p:cNvPr id="145" name="Google Shape;145;p18"/>
          <p:cNvSpPr txBox="1"/>
          <p:nvPr/>
        </p:nvSpPr>
        <p:spPr>
          <a:xfrm>
            <a:off x="1028700" y="628650"/>
            <a:ext cx="4834200" cy="277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1800">
                <a:solidFill>
                  <a:srgbClr val="E1DBDA"/>
                </a:solidFill>
                <a:latin typeface="Inter"/>
                <a:ea typeface="Inter"/>
                <a:cs typeface="Inter"/>
                <a:sym typeface="Inter"/>
              </a:rPr>
              <a:t>SCOUT</a:t>
            </a:r>
            <a:endParaRPr/>
          </a:p>
        </p:txBody>
      </p:sp>
      <p:sp>
        <p:nvSpPr>
          <p:cNvPr id="146" name="Google Shape;146;p18"/>
          <p:cNvSpPr/>
          <p:nvPr/>
        </p:nvSpPr>
        <p:spPr>
          <a:xfrm rot="1859299">
            <a:off x="13799950" y="5640242"/>
            <a:ext cx="4267652" cy="5628799"/>
          </a:xfrm>
          <a:custGeom>
            <a:rect b="b" l="l" r="r" t="t"/>
            <a:pathLst>
              <a:path extrusionOk="0" h="5627304" w="4266519">
                <a:moveTo>
                  <a:pt x="0" y="0"/>
                </a:moveTo>
                <a:lnTo>
                  <a:pt x="4266519" y="0"/>
                </a:lnTo>
                <a:lnTo>
                  <a:pt x="4266519" y="5627304"/>
                </a:lnTo>
                <a:lnTo>
                  <a:pt x="0" y="5627304"/>
                </a:lnTo>
                <a:lnTo>
                  <a:pt x="0" y="0"/>
                </a:lnTo>
                <a:close/>
              </a:path>
            </a:pathLst>
          </a:custGeom>
          <a:blipFill rotWithShape="1">
            <a:blip r:embed="rId3">
              <a:alphaModFix/>
            </a:blip>
            <a:stretch>
              <a:fillRect b="0" l="0" r="0" t="0"/>
            </a:stretch>
          </a:blipFill>
          <a:ln>
            <a:noFill/>
          </a:ln>
        </p:spPr>
      </p:sp>
      <p:sp>
        <p:nvSpPr>
          <p:cNvPr id="147" name="Google Shape;147;p18"/>
          <p:cNvSpPr txBox="1"/>
          <p:nvPr/>
        </p:nvSpPr>
        <p:spPr>
          <a:xfrm>
            <a:off x="6829925" y="2707975"/>
            <a:ext cx="7595700" cy="67341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2500">
                <a:solidFill>
                  <a:schemeClr val="accent2"/>
                </a:solidFill>
                <a:latin typeface="Inter"/>
                <a:ea typeface="Inter"/>
                <a:cs typeface="Inter"/>
                <a:sym typeface="Inter"/>
              </a:rPr>
              <a:t>Expected Challenges</a:t>
            </a:r>
            <a:endParaRPr b="1" sz="2500">
              <a:solidFill>
                <a:schemeClr val="accent2"/>
              </a:solidFill>
              <a:latin typeface="Inter"/>
              <a:ea typeface="Inter"/>
              <a:cs typeface="Inter"/>
              <a:sym typeface="Inter"/>
            </a:endParaRPr>
          </a:p>
          <a:p>
            <a:pPr indent="-252095" lvl="1" marL="453390" marR="0" rtl="0" algn="l">
              <a:lnSpc>
                <a:spcPct val="150000"/>
              </a:lnSpc>
              <a:spcBef>
                <a:spcPts val="0"/>
              </a:spcBef>
              <a:spcAft>
                <a:spcPts val="0"/>
              </a:spcAft>
              <a:buClr>
                <a:srgbClr val="E1DBDA"/>
              </a:buClr>
              <a:buSzPts val="2500"/>
              <a:buFont typeface="Arial"/>
              <a:buChar char="•"/>
            </a:pPr>
            <a:r>
              <a:rPr b="1" lang="en-US" sz="2500">
                <a:solidFill>
                  <a:srgbClr val="E1DBDA"/>
                </a:solidFill>
                <a:latin typeface="Inter"/>
                <a:ea typeface="Inter"/>
                <a:cs typeface="Inter"/>
                <a:sym typeface="Inter"/>
              </a:rPr>
              <a:t>Waterproofing</a:t>
            </a:r>
            <a:endParaRPr b="1" sz="2500">
              <a:solidFill>
                <a:srgbClr val="E1DBDA"/>
              </a:solidFill>
              <a:latin typeface="Inter"/>
              <a:ea typeface="Inter"/>
              <a:cs typeface="Inter"/>
              <a:sym typeface="Inter"/>
            </a:endParaRPr>
          </a:p>
          <a:p>
            <a:pPr indent="-252095" lvl="1" marL="453390" marR="0" rtl="0" algn="l">
              <a:lnSpc>
                <a:spcPct val="150000"/>
              </a:lnSpc>
              <a:spcBef>
                <a:spcPts val="0"/>
              </a:spcBef>
              <a:spcAft>
                <a:spcPts val="0"/>
              </a:spcAft>
              <a:buClr>
                <a:srgbClr val="E1DBDA"/>
              </a:buClr>
              <a:buSzPts val="2500"/>
              <a:buFont typeface="Arial"/>
              <a:buChar char="•"/>
            </a:pPr>
            <a:r>
              <a:rPr b="1" lang="en-US" sz="2500">
                <a:solidFill>
                  <a:srgbClr val="E1DBDA"/>
                </a:solidFill>
                <a:latin typeface="Inter"/>
                <a:ea typeface="Inter"/>
                <a:cs typeface="Inter"/>
                <a:sym typeface="Inter"/>
              </a:rPr>
              <a:t>Power management</a:t>
            </a:r>
            <a:endParaRPr b="1" sz="2500">
              <a:solidFill>
                <a:srgbClr val="E1DBDA"/>
              </a:solidFill>
              <a:latin typeface="Inter"/>
              <a:ea typeface="Inter"/>
              <a:cs typeface="Inter"/>
              <a:sym typeface="Inter"/>
            </a:endParaRPr>
          </a:p>
          <a:p>
            <a:pPr indent="-252095" lvl="1" marL="453390" marR="0" rtl="0" algn="l">
              <a:lnSpc>
                <a:spcPct val="150000"/>
              </a:lnSpc>
              <a:spcBef>
                <a:spcPts val="0"/>
              </a:spcBef>
              <a:spcAft>
                <a:spcPts val="0"/>
              </a:spcAft>
              <a:buClr>
                <a:srgbClr val="E1DBDA"/>
              </a:buClr>
              <a:buSzPts val="2500"/>
              <a:buFont typeface="Arial"/>
              <a:buChar char="•"/>
            </a:pPr>
            <a:r>
              <a:rPr b="1" lang="en-US" sz="2500">
                <a:solidFill>
                  <a:srgbClr val="E1DBDA"/>
                </a:solidFill>
                <a:latin typeface="Inter"/>
                <a:ea typeface="Inter"/>
                <a:cs typeface="Inter"/>
                <a:sym typeface="Inter"/>
              </a:rPr>
              <a:t>Marine growth / biofouling</a:t>
            </a:r>
            <a:endParaRPr b="1" sz="2500">
              <a:solidFill>
                <a:srgbClr val="E1DBDA"/>
              </a:solidFill>
              <a:latin typeface="Inter"/>
              <a:ea typeface="Inter"/>
              <a:cs typeface="Inter"/>
              <a:sym typeface="Inter"/>
            </a:endParaRPr>
          </a:p>
          <a:p>
            <a:pPr indent="-252095" lvl="1" marL="453390" marR="0" rtl="0" algn="l">
              <a:lnSpc>
                <a:spcPct val="150000"/>
              </a:lnSpc>
              <a:spcBef>
                <a:spcPts val="0"/>
              </a:spcBef>
              <a:spcAft>
                <a:spcPts val="0"/>
              </a:spcAft>
              <a:buClr>
                <a:srgbClr val="E1DBDA"/>
              </a:buClr>
              <a:buSzPts val="2500"/>
              <a:buFont typeface="Arial"/>
              <a:buChar char="•"/>
            </a:pPr>
            <a:r>
              <a:rPr b="1" lang="en-US" sz="2500">
                <a:solidFill>
                  <a:srgbClr val="E1DBDA"/>
                </a:solidFill>
                <a:latin typeface="Inter"/>
                <a:ea typeface="Inter"/>
                <a:cs typeface="Inter"/>
                <a:sym typeface="Inter"/>
              </a:rPr>
              <a:t>Storm survivability</a:t>
            </a:r>
            <a:endParaRPr b="1" sz="2500">
              <a:solidFill>
                <a:srgbClr val="E1DBDA"/>
              </a:solidFill>
              <a:latin typeface="Inter"/>
              <a:ea typeface="Inter"/>
              <a:cs typeface="Inter"/>
              <a:sym typeface="Inter"/>
            </a:endParaRPr>
          </a:p>
          <a:p>
            <a:pPr indent="-252095" lvl="1" marL="453390" marR="0" rtl="0" algn="l">
              <a:lnSpc>
                <a:spcPct val="150000"/>
              </a:lnSpc>
              <a:spcBef>
                <a:spcPts val="0"/>
              </a:spcBef>
              <a:spcAft>
                <a:spcPts val="0"/>
              </a:spcAft>
              <a:buClr>
                <a:srgbClr val="E1DBDA"/>
              </a:buClr>
              <a:buSzPts val="2500"/>
              <a:buFont typeface="Arial"/>
              <a:buChar char="•"/>
            </a:pPr>
            <a:r>
              <a:rPr b="1" lang="en-US" sz="2500">
                <a:solidFill>
                  <a:srgbClr val="E1DBDA"/>
                </a:solidFill>
                <a:latin typeface="Inter"/>
                <a:ea typeface="Inter"/>
                <a:cs typeface="Inter"/>
                <a:sym typeface="Inter"/>
              </a:rPr>
              <a:t>Reliable communication</a:t>
            </a:r>
            <a:endParaRPr b="1" sz="2500">
              <a:solidFill>
                <a:srgbClr val="E1DBDA"/>
              </a:solidFill>
              <a:latin typeface="Inter"/>
              <a:ea typeface="Inter"/>
              <a:cs typeface="Inter"/>
              <a:sym typeface="Inter"/>
            </a:endParaRPr>
          </a:p>
          <a:p>
            <a:pPr indent="0" lvl="0" marL="0" marR="0" rtl="0" algn="l">
              <a:lnSpc>
                <a:spcPct val="150000"/>
              </a:lnSpc>
              <a:spcBef>
                <a:spcPts val="0"/>
              </a:spcBef>
              <a:spcAft>
                <a:spcPts val="0"/>
              </a:spcAft>
              <a:buNone/>
            </a:pPr>
            <a:r>
              <a:t/>
            </a:r>
            <a:endParaRPr b="1" sz="2500">
              <a:solidFill>
                <a:schemeClr val="accent2"/>
              </a:solidFill>
              <a:latin typeface="Inter"/>
              <a:ea typeface="Inter"/>
              <a:cs typeface="Inter"/>
              <a:sym typeface="Inter"/>
            </a:endParaRPr>
          </a:p>
          <a:p>
            <a:pPr indent="0" lvl="0" marL="0" marR="0" rtl="0" algn="l">
              <a:lnSpc>
                <a:spcPct val="150000"/>
              </a:lnSpc>
              <a:spcBef>
                <a:spcPts val="0"/>
              </a:spcBef>
              <a:spcAft>
                <a:spcPts val="0"/>
              </a:spcAft>
              <a:buNone/>
            </a:pPr>
            <a:r>
              <a:t/>
            </a:r>
            <a:endParaRPr b="1" sz="2500">
              <a:solidFill>
                <a:schemeClr val="accent2"/>
              </a:solidFill>
              <a:latin typeface="Inter"/>
              <a:ea typeface="Inter"/>
              <a:cs typeface="Inter"/>
              <a:sym typeface="Inter"/>
            </a:endParaRPr>
          </a:p>
          <a:p>
            <a:pPr indent="0" lvl="0" marL="0" marR="0" rtl="0" algn="l">
              <a:lnSpc>
                <a:spcPct val="150000"/>
              </a:lnSpc>
              <a:spcBef>
                <a:spcPts val="0"/>
              </a:spcBef>
              <a:spcAft>
                <a:spcPts val="0"/>
              </a:spcAft>
              <a:buNone/>
            </a:pPr>
            <a:r>
              <a:rPr b="1" lang="en-US" sz="2500">
                <a:solidFill>
                  <a:schemeClr val="accent2"/>
                </a:solidFill>
                <a:latin typeface="Inter"/>
                <a:ea typeface="Inter"/>
                <a:cs typeface="Inter"/>
                <a:sym typeface="Inter"/>
              </a:rPr>
              <a:t>Current Boundaries</a:t>
            </a:r>
            <a:endParaRPr b="1" sz="2500">
              <a:solidFill>
                <a:schemeClr val="accent2"/>
              </a:solidFill>
              <a:latin typeface="Inter"/>
              <a:ea typeface="Inter"/>
              <a:cs typeface="Inter"/>
              <a:sym typeface="Inter"/>
            </a:endParaRPr>
          </a:p>
          <a:p>
            <a:pPr indent="-252095" lvl="1" marL="453390" marR="0" rtl="0" algn="l">
              <a:lnSpc>
                <a:spcPct val="150000"/>
              </a:lnSpc>
              <a:spcBef>
                <a:spcPts val="0"/>
              </a:spcBef>
              <a:spcAft>
                <a:spcPts val="0"/>
              </a:spcAft>
              <a:buClr>
                <a:srgbClr val="E1DBDA"/>
              </a:buClr>
              <a:buSzPts val="2500"/>
              <a:buFont typeface="Arial"/>
              <a:buChar char="•"/>
            </a:pPr>
            <a:r>
              <a:rPr b="1" lang="en-US" sz="2500">
                <a:solidFill>
                  <a:srgbClr val="E1DBDA"/>
                </a:solidFill>
                <a:latin typeface="Inter"/>
                <a:ea typeface="Inter"/>
                <a:cs typeface="Inter"/>
                <a:sym typeface="Inter"/>
              </a:rPr>
              <a:t>Shallow water focus</a:t>
            </a:r>
            <a:endParaRPr b="1" sz="2500">
              <a:solidFill>
                <a:srgbClr val="E1DBDA"/>
              </a:solidFill>
              <a:latin typeface="Inter"/>
              <a:ea typeface="Inter"/>
              <a:cs typeface="Inter"/>
              <a:sym typeface="Inter"/>
            </a:endParaRPr>
          </a:p>
          <a:p>
            <a:pPr indent="-252095" lvl="1" marL="453390" marR="0" rtl="0" algn="l">
              <a:lnSpc>
                <a:spcPct val="150000"/>
              </a:lnSpc>
              <a:spcBef>
                <a:spcPts val="0"/>
              </a:spcBef>
              <a:spcAft>
                <a:spcPts val="0"/>
              </a:spcAft>
              <a:buClr>
                <a:srgbClr val="E1DBDA"/>
              </a:buClr>
              <a:buSzPts val="2500"/>
              <a:buFont typeface="Arial"/>
              <a:buChar char="•"/>
            </a:pPr>
            <a:r>
              <a:rPr b="1" lang="en-US" sz="2500">
                <a:solidFill>
                  <a:srgbClr val="E1DBDA"/>
                </a:solidFill>
                <a:latin typeface="Inter"/>
                <a:ea typeface="Inter"/>
                <a:cs typeface="Inter"/>
                <a:sym typeface="Inter"/>
              </a:rPr>
              <a:t>Reef-adjacent deployment</a:t>
            </a:r>
            <a:endParaRPr b="1" sz="2500">
              <a:solidFill>
                <a:srgbClr val="E1DBDA"/>
              </a:solidFill>
              <a:latin typeface="Inter"/>
              <a:ea typeface="Inter"/>
              <a:cs typeface="Inter"/>
              <a:sym typeface="Inter"/>
            </a:endParaRPr>
          </a:p>
          <a:p>
            <a:pPr indent="-252095" lvl="1" marL="453390" marR="0" rtl="0" algn="l">
              <a:lnSpc>
                <a:spcPct val="150000"/>
              </a:lnSpc>
              <a:spcBef>
                <a:spcPts val="0"/>
              </a:spcBef>
              <a:spcAft>
                <a:spcPts val="0"/>
              </a:spcAft>
              <a:buClr>
                <a:srgbClr val="E1DBDA"/>
              </a:buClr>
              <a:buSzPts val="2500"/>
              <a:buFont typeface="Arial"/>
              <a:buChar char="•"/>
            </a:pPr>
            <a:r>
              <a:rPr b="1" lang="en-US" sz="2500">
                <a:solidFill>
                  <a:srgbClr val="E1DBDA"/>
                </a:solidFill>
                <a:latin typeface="Inter"/>
                <a:ea typeface="Inter"/>
                <a:cs typeface="Inter"/>
                <a:sym typeface="Inter"/>
              </a:rPr>
              <a:t>Modular future expansion</a:t>
            </a:r>
            <a:endParaRPr b="1" sz="2500">
              <a:solidFill>
                <a:srgbClr val="E1DBDA"/>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151" name="Shape 151"/>
        <p:cNvGrpSpPr/>
        <p:nvPr/>
      </p:nvGrpSpPr>
      <p:grpSpPr>
        <a:xfrm>
          <a:off x="0" y="0"/>
          <a:ext cx="0" cy="0"/>
          <a:chOff x="0" y="0"/>
          <a:chExt cx="0" cy="0"/>
        </a:xfrm>
      </p:grpSpPr>
      <p:sp>
        <p:nvSpPr>
          <p:cNvPr id="152" name="Google Shape;152;p19"/>
          <p:cNvSpPr txBox="1"/>
          <p:nvPr/>
        </p:nvSpPr>
        <p:spPr>
          <a:xfrm>
            <a:off x="1028700" y="1109530"/>
            <a:ext cx="10960500" cy="12315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8000">
                <a:solidFill>
                  <a:srgbClr val="E1DBDA"/>
                </a:solidFill>
                <a:latin typeface="IBM Plex Sans Condensed"/>
                <a:ea typeface="IBM Plex Sans Condensed"/>
                <a:cs typeface="IBM Plex Sans Condensed"/>
                <a:sym typeface="IBM Plex Sans Condensed"/>
              </a:rPr>
              <a:t>Roles &amp; Assets</a:t>
            </a:r>
            <a:endParaRPr/>
          </a:p>
        </p:txBody>
      </p:sp>
      <p:graphicFrame>
        <p:nvGraphicFramePr>
          <p:cNvPr id="153" name="Google Shape;153;p19"/>
          <p:cNvGraphicFramePr/>
          <p:nvPr/>
        </p:nvGraphicFramePr>
        <p:xfrm>
          <a:off x="1028700" y="2547805"/>
          <a:ext cx="3000000" cy="3000000"/>
        </p:xfrm>
        <a:graphic>
          <a:graphicData uri="http://schemas.openxmlformats.org/drawingml/2006/table">
            <a:tbl>
              <a:tblPr>
                <a:noFill/>
                <a:tableStyleId>{AB6F8155-73C7-45CA-9FB1-E7B44DB5ECEC}</a:tableStyleId>
              </a:tblPr>
              <a:tblGrid>
                <a:gridCol w="5286300"/>
                <a:gridCol w="5648475"/>
                <a:gridCol w="5295825"/>
              </a:tblGrid>
              <a:tr h="1022450">
                <a:tc>
                  <a:txBody>
                    <a:bodyPr/>
                    <a:lstStyle/>
                    <a:p>
                      <a:pPr indent="0" lvl="0" marL="0" marR="0" rtl="0" algn="ctr">
                        <a:lnSpc>
                          <a:spcPct val="140000"/>
                        </a:lnSpc>
                        <a:spcBef>
                          <a:spcPts val="0"/>
                        </a:spcBef>
                        <a:spcAft>
                          <a:spcPts val="0"/>
                        </a:spcAft>
                        <a:buNone/>
                      </a:pPr>
                      <a:r>
                        <a:rPr b="1" lang="en-US" sz="3000">
                          <a:solidFill>
                            <a:srgbClr val="1A1A1A"/>
                          </a:solidFill>
                          <a:latin typeface="IBM Plex Sans Condensed"/>
                          <a:ea typeface="IBM Plex Sans Condensed"/>
                          <a:cs typeface="IBM Plex Sans Condensed"/>
                          <a:sym typeface="IBM Plex Sans Condensed"/>
                        </a:rPr>
                        <a:t>GENG - John Ryan </a:t>
                      </a:r>
                      <a:endParaRPr sz="1100" u="none" cap="none" strike="noStrike"/>
                    </a:p>
                  </a:txBody>
                  <a:tcPr marT="190500" marB="190500" marR="190500" marL="190500" anchor="ctr">
                    <a:lnL cap="flat" cmpd="sng" w="9525">
                      <a:solidFill>
                        <a:srgbClr val="5BDBDB"/>
                      </a:solidFill>
                      <a:prstDash val="solid"/>
                      <a:round/>
                      <a:headEnd len="sm" w="sm" type="none"/>
                      <a:tailEnd len="sm" w="sm" type="none"/>
                    </a:lnL>
                    <a:lnR cap="flat" cmpd="sng" w="9525">
                      <a:solidFill>
                        <a:srgbClr val="5BDBDB"/>
                      </a:solidFill>
                      <a:prstDash val="solid"/>
                      <a:round/>
                      <a:headEnd len="sm" w="sm" type="none"/>
                      <a:tailEnd len="sm" w="sm" type="none"/>
                    </a:lnR>
                    <a:lnT cap="flat" cmpd="sng" w="9525">
                      <a:solidFill>
                        <a:srgbClr val="5BDBDB"/>
                      </a:solidFill>
                      <a:prstDash val="solid"/>
                      <a:round/>
                      <a:headEnd len="sm" w="sm" type="none"/>
                      <a:tailEnd len="sm" w="sm" type="none"/>
                    </a:lnT>
                    <a:lnB cap="flat" cmpd="sng" w="9525">
                      <a:solidFill>
                        <a:srgbClr val="5BDBDB"/>
                      </a:solidFill>
                      <a:prstDash val="solid"/>
                      <a:round/>
                      <a:headEnd len="sm" w="sm" type="none"/>
                      <a:tailEnd len="sm" w="sm" type="none"/>
                    </a:lnB>
                    <a:solidFill>
                      <a:srgbClr val="5BDBDB"/>
                    </a:solidFill>
                  </a:tcPr>
                </a:tc>
                <a:tc>
                  <a:txBody>
                    <a:bodyPr/>
                    <a:lstStyle/>
                    <a:p>
                      <a:pPr indent="0" lvl="0" marL="0" marR="0" rtl="0" algn="ctr">
                        <a:lnSpc>
                          <a:spcPct val="140000"/>
                        </a:lnSpc>
                        <a:spcBef>
                          <a:spcPts val="0"/>
                        </a:spcBef>
                        <a:spcAft>
                          <a:spcPts val="0"/>
                        </a:spcAft>
                        <a:buNone/>
                      </a:pPr>
                      <a:r>
                        <a:rPr b="1" lang="en-US" sz="3000">
                          <a:solidFill>
                            <a:srgbClr val="1A1A1A"/>
                          </a:solidFill>
                          <a:latin typeface="IBM Plex Sans Condensed"/>
                          <a:ea typeface="IBM Plex Sans Condensed"/>
                          <a:cs typeface="IBM Plex Sans Condensed"/>
                          <a:sym typeface="IBM Plex Sans Condensed"/>
                        </a:rPr>
                        <a:t>ELEN - Isa</a:t>
                      </a:r>
                      <a:endParaRPr sz="1100" u="none" cap="none" strike="noStrike"/>
                    </a:p>
                  </a:txBody>
                  <a:tcPr marT="190500" marB="190500" marR="190500" marL="190500" anchor="ctr">
                    <a:lnL cap="flat" cmpd="sng" w="9525">
                      <a:solidFill>
                        <a:srgbClr val="5BDBDB"/>
                      </a:solidFill>
                      <a:prstDash val="solid"/>
                      <a:round/>
                      <a:headEnd len="sm" w="sm" type="none"/>
                      <a:tailEnd len="sm" w="sm" type="none"/>
                    </a:lnL>
                    <a:lnR cap="flat" cmpd="sng" w="9525">
                      <a:solidFill>
                        <a:srgbClr val="5BDBDB"/>
                      </a:solidFill>
                      <a:prstDash val="solid"/>
                      <a:round/>
                      <a:headEnd len="sm" w="sm" type="none"/>
                      <a:tailEnd len="sm" w="sm" type="none"/>
                    </a:lnR>
                    <a:lnT cap="flat" cmpd="sng" w="9525">
                      <a:solidFill>
                        <a:srgbClr val="5BDBDB"/>
                      </a:solidFill>
                      <a:prstDash val="solid"/>
                      <a:round/>
                      <a:headEnd len="sm" w="sm" type="none"/>
                      <a:tailEnd len="sm" w="sm" type="none"/>
                    </a:lnT>
                    <a:lnB cap="flat" cmpd="sng" w="9525">
                      <a:solidFill>
                        <a:srgbClr val="5BDBDB"/>
                      </a:solidFill>
                      <a:prstDash val="solid"/>
                      <a:round/>
                      <a:headEnd len="sm" w="sm" type="none"/>
                      <a:tailEnd len="sm" w="sm" type="none"/>
                    </a:lnB>
                    <a:solidFill>
                      <a:srgbClr val="5BDBDB"/>
                    </a:solidFill>
                  </a:tcPr>
                </a:tc>
                <a:tc>
                  <a:txBody>
                    <a:bodyPr/>
                    <a:lstStyle/>
                    <a:p>
                      <a:pPr indent="0" lvl="0" marL="0" marR="0" rtl="0" algn="ctr">
                        <a:lnSpc>
                          <a:spcPct val="140000"/>
                        </a:lnSpc>
                        <a:spcBef>
                          <a:spcPts val="0"/>
                        </a:spcBef>
                        <a:spcAft>
                          <a:spcPts val="0"/>
                        </a:spcAft>
                        <a:buNone/>
                      </a:pPr>
                      <a:r>
                        <a:rPr b="1" lang="en-US" sz="3000">
                          <a:solidFill>
                            <a:srgbClr val="1A1A1A"/>
                          </a:solidFill>
                          <a:latin typeface="IBM Plex Sans Condensed"/>
                          <a:ea typeface="IBM Plex Sans Condensed"/>
                          <a:cs typeface="IBM Plex Sans Condensed"/>
                          <a:sym typeface="IBM Plex Sans Condensed"/>
                        </a:rPr>
                        <a:t>CSEN - David</a:t>
                      </a:r>
                      <a:endParaRPr sz="1100" u="none" cap="none" strike="noStrike"/>
                    </a:p>
                  </a:txBody>
                  <a:tcPr marT="190500" marB="190500" marR="190500" marL="190500" anchor="ctr">
                    <a:lnL cap="flat" cmpd="sng" w="9525">
                      <a:solidFill>
                        <a:srgbClr val="5BDBDB"/>
                      </a:solidFill>
                      <a:prstDash val="solid"/>
                      <a:round/>
                      <a:headEnd len="sm" w="sm" type="none"/>
                      <a:tailEnd len="sm" w="sm" type="none"/>
                    </a:lnL>
                    <a:lnR cap="flat" cmpd="sng" w="9525">
                      <a:solidFill>
                        <a:srgbClr val="5BDBDB"/>
                      </a:solidFill>
                      <a:prstDash val="solid"/>
                      <a:round/>
                      <a:headEnd len="sm" w="sm" type="none"/>
                      <a:tailEnd len="sm" w="sm" type="none"/>
                    </a:lnR>
                    <a:lnT cap="flat" cmpd="sng" w="9525">
                      <a:solidFill>
                        <a:srgbClr val="5BDBDB"/>
                      </a:solidFill>
                      <a:prstDash val="solid"/>
                      <a:round/>
                      <a:headEnd len="sm" w="sm" type="none"/>
                      <a:tailEnd len="sm" w="sm" type="none"/>
                    </a:lnT>
                    <a:lnB cap="flat" cmpd="sng" w="9525">
                      <a:solidFill>
                        <a:srgbClr val="5BDBDB"/>
                      </a:solidFill>
                      <a:prstDash val="solid"/>
                      <a:round/>
                      <a:headEnd len="sm" w="sm" type="none"/>
                      <a:tailEnd len="sm" w="sm" type="none"/>
                    </a:lnB>
                    <a:solidFill>
                      <a:srgbClr val="5BDBDB"/>
                    </a:solidFill>
                  </a:tcPr>
                </a:tc>
              </a:tr>
              <a:tr h="1022450">
                <a:tc>
                  <a:txBody>
                    <a:bodyPr/>
                    <a:lstStyle/>
                    <a:p>
                      <a:pPr indent="0" lvl="0" marL="0" marR="0" rtl="0" algn="ctr">
                        <a:lnSpc>
                          <a:spcPct val="140000"/>
                        </a:lnSpc>
                        <a:spcBef>
                          <a:spcPts val="0"/>
                        </a:spcBef>
                        <a:spcAft>
                          <a:spcPts val="0"/>
                        </a:spcAft>
                        <a:buNone/>
                      </a:pPr>
                      <a:r>
                        <a:rPr b="1" lang="en-US" sz="2100">
                          <a:solidFill>
                            <a:srgbClr val="E1DBDA"/>
                          </a:solidFill>
                          <a:latin typeface="Inter"/>
                          <a:ea typeface="Inter"/>
                          <a:cs typeface="Inter"/>
                          <a:sym typeface="Inter"/>
                        </a:rPr>
                        <a:t>Waterproofing</a:t>
                      </a:r>
                      <a:endParaRPr b="1" sz="1100" u="none" cap="none" strike="noStrike"/>
                    </a:p>
                  </a:txBody>
                  <a:tcPr marT="190500" marB="190500" marR="190500" marL="190500" anchor="ctr">
                    <a:lnL cap="flat" cmpd="sng" w="9525">
                      <a:solidFill>
                        <a:srgbClr val="E1DBDA"/>
                      </a:solidFill>
                      <a:prstDash val="solid"/>
                      <a:round/>
                      <a:headEnd len="sm" w="sm" type="none"/>
                      <a:tailEnd len="sm" w="sm" type="none"/>
                    </a:lnL>
                    <a:lnR cap="flat" cmpd="sng" w="9525">
                      <a:solidFill>
                        <a:srgbClr val="E1DBDA"/>
                      </a:solidFill>
                      <a:prstDash val="solid"/>
                      <a:round/>
                      <a:headEnd len="sm" w="sm" type="none"/>
                      <a:tailEnd len="sm" w="sm" type="none"/>
                    </a:lnR>
                    <a:lnT cap="flat" cmpd="sng" w="9525">
                      <a:solidFill>
                        <a:srgbClr val="5BDBDB"/>
                      </a:solidFill>
                      <a:prstDash val="solid"/>
                      <a:round/>
                      <a:headEnd len="sm" w="sm" type="none"/>
                      <a:tailEnd len="sm" w="sm" type="none"/>
                    </a:lnT>
                    <a:lnB cap="flat" cmpd="sng" w="9525">
                      <a:solidFill>
                        <a:srgbClr val="E1DBDA"/>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b="1" lang="en-US" sz="2100">
                          <a:solidFill>
                            <a:srgbClr val="E1DBDA"/>
                          </a:solidFill>
                          <a:latin typeface="Inter"/>
                          <a:ea typeface="Inter"/>
                          <a:cs typeface="Inter"/>
                          <a:sym typeface="Inter"/>
                        </a:rPr>
                        <a:t>Hardware &amp; Power</a:t>
                      </a:r>
                      <a:endParaRPr b="1" sz="1100" u="none" cap="none" strike="noStrike"/>
                    </a:p>
                  </a:txBody>
                  <a:tcPr marT="190500" marB="190500" marR="190500" marL="190500" anchor="ctr">
                    <a:lnL cap="flat" cmpd="sng" w="9525">
                      <a:solidFill>
                        <a:srgbClr val="E1DBDA"/>
                      </a:solidFill>
                      <a:prstDash val="solid"/>
                      <a:round/>
                      <a:headEnd len="sm" w="sm" type="none"/>
                      <a:tailEnd len="sm" w="sm" type="none"/>
                    </a:lnL>
                    <a:lnR cap="flat" cmpd="sng" w="9525">
                      <a:solidFill>
                        <a:srgbClr val="E1DBDA"/>
                      </a:solidFill>
                      <a:prstDash val="solid"/>
                      <a:round/>
                      <a:headEnd len="sm" w="sm" type="none"/>
                      <a:tailEnd len="sm" w="sm" type="none"/>
                    </a:lnR>
                    <a:lnT cap="flat" cmpd="sng" w="9525">
                      <a:solidFill>
                        <a:srgbClr val="5BDBDB"/>
                      </a:solidFill>
                      <a:prstDash val="solid"/>
                      <a:round/>
                      <a:headEnd len="sm" w="sm" type="none"/>
                      <a:tailEnd len="sm" w="sm" type="none"/>
                    </a:lnT>
                    <a:lnB cap="flat" cmpd="sng" w="9525">
                      <a:solidFill>
                        <a:srgbClr val="E1DBDA"/>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b="1" lang="en-US" sz="2100">
                          <a:solidFill>
                            <a:srgbClr val="E1DBDA"/>
                          </a:solidFill>
                          <a:latin typeface="Inter"/>
                          <a:ea typeface="Inter"/>
                          <a:cs typeface="Inter"/>
                          <a:sym typeface="Inter"/>
                        </a:rPr>
                        <a:t>Shore-side Computer</a:t>
                      </a:r>
                      <a:endParaRPr b="1" sz="1100" u="none" cap="none" strike="noStrike"/>
                    </a:p>
                  </a:txBody>
                  <a:tcPr marT="190500" marB="190500" marR="190500" marL="190500" anchor="ctr">
                    <a:lnL cap="flat" cmpd="sng" w="9525">
                      <a:solidFill>
                        <a:srgbClr val="E1DBDA"/>
                      </a:solidFill>
                      <a:prstDash val="solid"/>
                      <a:round/>
                      <a:headEnd len="sm" w="sm" type="none"/>
                      <a:tailEnd len="sm" w="sm" type="none"/>
                    </a:lnL>
                    <a:lnR cap="flat" cmpd="sng" w="9525">
                      <a:solidFill>
                        <a:srgbClr val="E1DBDA"/>
                      </a:solidFill>
                      <a:prstDash val="solid"/>
                      <a:round/>
                      <a:headEnd len="sm" w="sm" type="none"/>
                      <a:tailEnd len="sm" w="sm" type="none"/>
                    </a:lnR>
                    <a:lnT cap="flat" cmpd="sng" w="9525">
                      <a:solidFill>
                        <a:srgbClr val="5BDBDB"/>
                      </a:solidFill>
                      <a:prstDash val="solid"/>
                      <a:round/>
                      <a:headEnd len="sm" w="sm" type="none"/>
                      <a:tailEnd len="sm" w="sm" type="none"/>
                    </a:lnT>
                    <a:lnB cap="flat" cmpd="sng" w="9525">
                      <a:solidFill>
                        <a:srgbClr val="E1DBDA"/>
                      </a:solidFill>
                      <a:prstDash val="solid"/>
                      <a:round/>
                      <a:headEnd len="sm" w="sm" type="none"/>
                      <a:tailEnd len="sm" w="sm" type="none"/>
                    </a:lnB>
                  </a:tcPr>
                </a:tc>
              </a:tr>
              <a:tr h="1022450">
                <a:tc>
                  <a:txBody>
                    <a:bodyPr/>
                    <a:lstStyle/>
                    <a:p>
                      <a:pPr indent="0" lvl="0" marL="0" marR="0" rtl="0" algn="ctr">
                        <a:lnSpc>
                          <a:spcPct val="140000"/>
                        </a:lnSpc>
                        <a:spcBef>
                          <a:spcPts val="0"/>
                        </a:spcBef>
                        <a:spcAft>
                          <a:spcPts val="0"/>
                        </a:spcAft>
                        <a:buNone/>
                      </a:pPr>
                      <a:r>
                        <a:rPr b="1" lang="en-US" sz="2100">
                          <a:solidFill>
                            <a:srgbClr val="E1DBDA"/>
                          </a:solidFill>
                          <a:latin typeface="Inter"/>
                          <a:ea typeface="Inter"/>
                          <a:cs typeface="Inter"/>
                          <a:sym typeface="Inter"/>
                        </a:rPr>
                        <a:t>Buoy Design</a:t>
                      </a:r>
                      <a:endParaRPr b="1" sz="1100" u="none" cap="none" strike="noStrike"/>
                    </a:p>
                  </a:txBody>
                  <a:tcPr marT="190500" marB="190500" marR="190500" marL="190500" anchor="ctr">
                    <a:lnL cap="flat" cmpd="sng" w="9525">
                      <a:solidFill>
                        <a:srgbClr val="E1DBDA"/>
                      </a:solidFill>
                      <a:prstDash val="solid"/>
                      <a:round/>
                      <a:headEnd len="sm" w="sm" type="none"/>
                      <a:tailEnd len="sm" w="sm" type="none"/>
                    </a:lnL>
                    <a:lnR cap="flat" cmpd="sng" w="9525">
                      <a:solidFill>
                        <a:srgbClr val="E1DBDA"/>
                      </a:solidFill>
                      <a:prstDash val="solid"/>
                      <a:round/>
                      <a:headEnd len="sm" w="sm" type="none"/>
                      <a:tailEnd len="sm" w="sm" type="none"/>
                    </a:lnR>
                    <a:lnT cap="flat" cmpd="sng" w="9525">
                      <a:solidFill>
                        <a:srgbClr val="E1DBDA"/>
                      </a:solidFill>
                      <a:prstDash val="solid"/>
                      <a:round/>
                      <a:headEnd len="sm" w="sm" type="none"/>
                      <a:tailEnd len="sm" w="sm" type="none"/>
                    </a:lnT>
                    <a:lnB cap="flat" cmpd="sng" w="9525">
                      <a:solidFill>
                        <a:srgbClr val="E1DBDA"/>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b="1" lang="en-US" sz="2100">
                          <a:solidFill>
                            <a:srgbClr val="E1DBDA"/>
                          </a:solidFill>
                          <a:latin typeface="Inter"/>
                          <a:ea typeface="Inter"/>
                          <a:cs typeface="Inter"/>
                          <a:sym typeface="Inter"/>
                        </a:rPr>
                        <a:t>Embedded Systems</a:t>
                      </a:r>
                      <a:endParaRPr b="1" sz="1100" u="none" cap="none" strike="noStrike"/>
                    </a:p>
                  </a:txBody>
                  <a:tcPr marT="190500" marB="190500" marR="190500" marL="190500" anchor="ctr">
                    <a:lnL cap="flat" cmpd="sng" w="9525">
                      <a:solidFill>
                        <a:srgbClr val="E1DBDA"/>
                      </a:solidFill>
                      <a:prstDash val="solid"/>
                      <a:round/>
                      <a:headEnd len="sm" w="sm" type="none"/>
                      <a:tailEnd len="sm" w="sm" type="none"/>
                    </a:lnL>
                    <a:lnR cap="flat" cmpd="sng" w="9525">
                      <a:solidFill>
                        <a:srgbClr val="E1DBDA"/>
                      </a:solidFill>
                      <a:prstDash val="solid"/>
                      <a:round/>
                      <a:headEnd len="sm" w="sm" type="none"/>
                      <a:tailEnd len="sm" w="sm" type="none"/>
                    </a:lnR>
                    <a:lnT cap="flat" cmpd="sng" w="9525">
                      <a:solidFill>
                        <a:srgbClr val="E1DBDA"/>
                      </a:solidFill>
                      <a:prstDash val="solid"/>
                      <a:round/>
                      <a:headEnd len="sm" w="sm" type="none"/>
                      <a:tailEnd len="sm" w="sm" type="none"/>
                    </a:lnT>
                    <a:lnB cap="flat" cmpd="sng" w="9525">
                      <a:solidFill>
                        <a:srgbClr val="E1DBDA"/>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b="1" lang="en-US" sz="2100">
                          <a:solidFill>
                            <a:srgbClr val="E1DBDA"/>
                          </a:solidFill>
                          <a:latin typeface="Inter"/>
                          <a:ea typeface="Inter"/>
                          <a:cs typeface="Inter"/>
                          <a:sym typeface="Inter"/>
                        </a:rPr>
                        <a:t>Data Organization</a:t>
                      </a:r>
                      <a:endParaRPr b="1" sz="1100" u="none" cap="none" strike="noStrike"/>
                    </a:p>
                  </a:txBody>
                  <a:tcPr marT="190500" marB="190500" marR="190500" marL="190500" anchor="ctr">
                    <a:lnL cap="flat" cmpd="sng" w="9525">
                      <a:solidFill>
                        <a:srgbClr val="E1DBDA"/>
                      </a:solidFill>
                      <a:prstDash val="solid"/>
                      <a:round/>
                      <a:headEnd len="sm" w="sm" type="none"/>
                      <a:tailEnd len="sm" w="sm" type="none"/>
                    </a:lnL>
                    <a:lnR cap="flat" cmpd="sng" w="9525">
                      <a:solidFill>
                        <a:srgbClr val="E1DBDA"/>
                      </a:solidFill>
                      <a:prstDash val="solid"/>
                      <a:round/>
                      <a:headEnd len="sm" w="sm" type="none"/>
                      <a:tailEnd len="sm" w="sm" type="none"/>
                    </a:lnR>
                    <a:lnT cap="flat" cmpd="sng" w="9525">
                      <a:solidFill>
                        <a:srgbClr val="E1DBDA"/>
                      </a:solidFill>
                      <a:prstDash val="solid"/>
                      <a:round/>
                      <a:headEnd len="sm" w="sm" type="none"/>
                      <a:tailEnd len="sm" w="sm" type="none"/>
                    </a:lnT>
                    <a:lnB cap="flat" cmpd="sng" w="9525">
                      <a:solidFill>
                        <a:srgbClr val="E1DBDA"/>
                      </a:solidFill>
                      <a:prstDash val="solid"/>
                      <a:round/>
                      <a:headEnd len="sm" w="sm" type="none"/>
                      <a:tailEnd len="sm" w="sm" type="none"/>
                    </a:lnB>
                  </a:tcPr>
                </a:tc>
              </a:tr>
              <a:tr h="1022450">
                <a:tc>
                  <a:txBody>
                    <a:bodyPr/>
                    <a:lstStyle/>
                    <a:p>
                      <a:pPr indent="0" lvl="0" marL="0" marR="0" rtl="0" algn="ctr">
                        <a:lnSpc>
                          <a:spcPct val="140000"/>
                        </a:lnSpc>
                        <a:spcBef>
                          <a:spcPts val="0"/>
                        </a:spcBef>
                        <a:spcAft>
                          <a:spcPts val="0"/>
                        </a:spcAft>
                        <a:buNone/>
                      </a:pPr>
                      <a:r>
                        <a:rPr b="1" lang="en-US" sz="2100">
                          <a:solidFill>
                            <a:srgbClr val="E1DBDA"/>
                          </a:solidFill>
                          <a:latin typeface="Inter"/>
                          <a:ea typeface="Inter"/>
                          <a:cs typeface="Inter"/>
                          <a:sym typeface="Inter"/>
                        </a:rPr>
                        <a:t>Sensor Integration</a:t>
                      </a:r>
                      <a:endParaRPr b="1" sz="1100" u="none" cap="none" strike="noStrike"/>
                    </a:p>
                  </a:txBody>
                  <a:tcPr marT="190500" marB="190500" marR="190500" marL="190500" anchor="ctr">
                    <a:lnL cap="flat" cmpd="sng" w="9525">
                      <a:solidFill>
                        <a:srgbClr val="E1DBDA"/>
                      </a:solidFill>
                      <a:prstDash val="solid"/>
                      <a:round/>
                      <a:headEnd len="sm" w="sm" type="none"/>
                      <a:tailEnd len="sm" w="sm" type="none"/>
                    </a:lnL>
                    <a:lnR cap="flat" cmpd="sng" w="9525">
                      <a:solidFill>
                        <a:srgbClr val="E1DBDA"/>
                      </a:solidFill>
                      <a:prstDash val="solid"/>
                      <a:round/>
                      <a:headEnd len="sm" w="sm" type="none"/>
                      <a:tailEnd len="sm" w="sm" type="none"/>
                    </a:lnR>
                    <a:lnT cap="flat" cmpd="sng" w="9525">
                      <a:solidFill>
                        <a:srgbClr val="E1DBDA"/>
                      </a:solidFill>
                      <a:prstDash val="solid"/>
                      <a:round/>
                      <a:headEnd len="sm" w="sm" type="none"/>
                      <a:tailEnd len="sm" w="sm" type="none"/>
                    </a:lnT>
                    <a:lnB cap="flat" cmpd="sng" w="9525">
                      <a:solidFill>
                        <a:srgbClr val="E1DBDA"/>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b="1" lang="en-US" sz="2100">
                          <a:solidFill>
                            <a:srgbClr val="E1DBDA"/>
                          </a:solidFill>
                          <a:latin typeface="Inter"/>
                          <a:ea typeface="Inter"/>
                          <a:cs typeface="Inter"/>
                          <a:sym typeface="Inter"/>
                        </a:rPr>
                        <a:t>Radio Communication</a:t>
                      </a:r>
                      <a:endParaRPr b="1" sz="1100" u="none" cap="none" strike="noStrike"/>
                    </a:p>
                  </a:txBody>
                  <a:tcPr marT="190500" marB="190500" marR="190500" marL="190500" anchor="ctr">
                    <a:lnL cap="flat" cmpd="sng" w="9525">
                      <a:solidFill>
                        <a:srgbClr val="E1DBDA"/>
                      </a:solidFill>
                      <a:prstDash val="solid"/>
                      <a:round/>
                      <a:headEnd len="sm" w="sm" type="none"/>
                      <a:tailEnd len="sm" w="sm" type="none"/>
                    </a:lnL>
                    <a:lnR cap="flat" cmpd="sng" w="9525">
                      <a:solidFill>
                        <a:srgbClr val="E1DBDA"/>
                      </a:solidFill>
                      <a:prstDash val="solid"/>
                      <a:round/>
                      <a:headEnd len="sm" w="sm" type="none"/>
                      <a:tailEnd len="sm" w="sm" type="none"/>
                    </a:lnR>
                    <a:lnT cap="flat" cmpd="sng" w="9525">
                      <a:solidFill>
                        <a:srgbClr val="E1DBDA"/>
                      </a:solidFill>
                      <a:prstDash val="solid"/>
                      <a:round/>
                      <a:headEnd len="sm" w="sm" type="none"/>
                      <a:tailEnd len="sm" w="sm" type="none"/>
                    </a:lnT>
                    <a:lnB cap="flat" cmpd="sng" w="9525">
                      <a:solidFill>
                        <a:srgbClr val="E1DBDA"/>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b="1" lang="en-US" sz="2100">
                          <a:solidFill>
                            <a:srgbClr val="E1DBDA"/>
                          </a:solidFill>
                          <a:latin typeface="Inter"/>
                          <a:ea typeface="Inter"/>
                          <a:cs typeface="Inter"/>
                          <a:sym typeface="Inter"/>
                        </a:rPr>
                        <a:t>Statistical Analysis</a:t>
                      </a:r>
                      <a:endParaRPr b="1" sz="1100" u="none" cap="none" strike="noStrike"/>
                    </a:p>
                  </a:txBody>
                  <a:tcPr marT="190500" marB="190500" marR="190500" marL="190500" anchor="ctr">
                    <a:lnL cap="flat" cmpd="sng" w="9525">
                      <a:solidFill>
                        <a:srgbClr val="E1DBDA"/>
                      </a:solidFill>
                      <a:prstDash val="solid"/>
                      <a:round/>
                      <a:headEnd len="sm" w="sm" type="none"/>
                      <a:tailEnd len="sm" w="sm" type="none"/>
                    </a:lnL>
                    <a:lnR cap="flat" cmpd="sng" w="9525">
                      <a:solidFill>
                        <a:srgbClr val="E1DBDA"/>
                      </a:solidFill>
                      <a:prstDash val="solid"/>
                      <a:round/>
                      <a:headEnd len="sm" w="sm" type="none"/>
                      <a:tailEnd len="sm" w="sm" type="none"/>
                    </a:lnR>
                    <a:lnT cap="flat" cmpd="sng" w="9525">
                      <a:solidFill>
                        <a:srgbClr val="E1DBDA"/>
                      </a:solidFill>
                      <a:prstDash val="solid"/>
                      <a:round/>
                      <a:headEnd len="sm" w="sm" type="none"/>
                      <a:tailEnd len="sm" w="sm" type="none"/>
                    </a:lnT>
                    <a:lnB cap="flat" cmpd="sng" w="9525">
                      <a:solidFill>
                        <a:srgbClr val="E1DBDA"/>
                      </a:solidFill>
                      <a:prstDash val="solid"/>
                      <a:round/>
                      <a:headEnd len="sm" w="sm" type="none"/>
                      <a:tailEnd len="sm" w="sm" type="none"/>
                    </a:lnB>
                  </a:tcPr>
                </a:tc>
              </a:tr>
              <a:tr h="1022450">
                <a:tc>
                  <a:txBody>
                    <a:bodyPr/>
                    <a:lstStyle/>
                    <a:p>
                      <a:pPr indent="0" lvl="0" marL="0" marR="0" rtl="0" algn="ctr">
                        <a:lnSpc>
                          <a:spcPct val="140000"/>
                        </a:lnSpc>
                        <a:spcBef>
                          <a:spcPts val="0"/>
                        </a:spcBef>
                        <a:spcAft>
                          <a:spcPts val="0"/>
                        </a:spcAft>
                        <a:buNone/>
                      </a:pPr>
                      <a:r>
                        <a:rPr b="1" lang="en-US" sz="2100">
                          <a:solidFill>
                            <a:srgbClr val="E1DBDA"/>
                          </a:solidFill>
                          <a:latin typeface="Inter"/>
                          <a:ea typeface="Inter"/>
                          <a:cs typeface="Inter"/>
                          <a:sym typeface="Inter"/>
                        </a:rPr>
                        <a:t>Marine Logistics</a:t>
                      </a:r>
                      <a:endParaRPr b="1" sz="1100" u="none" cap="none" strike="noStrike"/>
                    </a:p>
                  </a:txBody>
                  <a:tcPr marT="190500" marB="190500" marR="190500" marL="190500" anchor="ctr">
                    <a:lnL cap="flat" cmpd="sng" w="9525">
                      <a:solidFill>
                        <a:srgbClr val="E1DBDA"/>
                      </a:solidFill>
                      <a:prstDash val="solid"/>
                      <a:round/>
                      <a:headEnd len="sm" w="sm" type="none"/>
                      <a:tailEnd len="sm" w="sm" type="none"/>
                    </a:lnL>
                    <a:lnR cap="flat" cmpd="sng" w="9525">
                      <a:solidFill>
                        <a:srgbClr val="E1DBDA"/>
                      </a:solidFill>
                      <a:prstDash val="solid"/>
                      <a:round/>
                      <a:headEnd len="sm" w="sm" type="none"/>
                      <a:tailEnd len="sm" w="sm" type="none"/>
                    </a:lnR>
                    <a:lnT cap="flat" cmpd="sng" w="9525">
                      <a:solidFill>
                        <a:srgbClr val="E1DBDA"/>
                      </a:solidFill>
                      <a:prstDash val="solid"/>
                      <a:round/>
                      <a:headEnd len="sm" w="sm" type="none"/>
                      <a:tailEnd len="sm" w="sm" type="none"/>
                    </a:lnT>
                    <a:lnB cap="flat" cmpd="sng" w="9525">
                      <a:solidFill>
                        <a:srgbClr val="E1DBDA"/>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b="1" lang="en-US" sz="2100">
                          <a:solidFill>
                            <a:srgbClr val="E1DBDA"/>
                          </a:solidFill>
                          <a:latin typeface="Inter"/>
                          <a:ea typeface="Inter"/>
                          <a:cs typeface="Inter"/>
                          <a:sym typeface="Inter"/>
                        </a:rPr>
                        <a:t>Battery &amp; Solar Systems </a:t>
                      </a:r>
                      <a:endParaRPr b="1" sz="1100" u="none" cap="none" strike="noStrike"/>
                    </a:p>
                  </a:txBody>
                  <a:tcPr marT="190500" marB="190500" marR="190500" marL="190500" anchor="ctr">
                    <a:lnL cap="flat" cmpd="sng" w="9525">
                      <a:solidFill>
                        <a:srgbClr val="E1DBDA"/>
                      </a:solidFill>
                      <a:prstDash val="solid"/>
                      <a:round/>
                      <a:headEnd len="sm" w="sm" type="none"/>
                      <a:tailEnd len="sm" w="sm" type="none"/>
                    </a:lnL>
                    <a:lnR cap="flat" cmpd="sng" w="9525">
                      <a:solidFill>
                        <a:srgbClr val="E1DBDA"/>
                      </a:solidFill>
                      <a:prstDash val="solid"/>
                      <a:round/>
                      <a:headEnd len="sm" w="sm" type="none"/>
                      <a:tailEnd len="sm" w="sm" type="none"/>
                    </a:lnR>
                    <a:lnT cap="flat" cmpd="sng" w="9525">
                      <a:solidFill>
                        <a:srgbClr val="E1DBDA"/>
                      </a:solidFill>
                      <a:prstDash val="solid"/>
                      <a:round/>
                      <a:headEnd len="sm" w="sm" type="none"/>
                      <a:tailEnd len="sm" w="sm" type="none"/>
                    </a:lnT>
                    <a:lnB cap="flat" cmpd="sng" w="9525">
                      <a:solidFill>
                        <a:srgbClr val="E1DBDA"/>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b="1" lang="en-US" sz="2100">
                          <a:solidFill>
                            <a:srgbClr val="E1DBDA"/>
                          </a:solidFill>
                          <a:latin typeface="Inter"/>
                          <a:ea typeface="Inter"/>
                          <a:cs typeface="Inter"/>
                          <a:sym typeface="Inter"/>
                        </a:rPr>
                        <a:t>Future ML Integration </a:t>
                      </a:r>
                      <a:endParaRPr b="1" sz="1100" u="none" cap="none" strike="noStrike"/>
                    </a:p>
                  </a:txBody>
                  <a:tcPr marT="190500" marB="190500" marR="190500" marL="190500" anchor="ctr">
                    <a:lnL cap="flat" cmpd="sng" w="9525">
                      <a:solidFill>
                        <a:srgbClr val="E1DBDA"/>
                      </a:solidFill>
                      <a:prstDash val="solid"/>
                      <a:round/>
                      <a:headEnd len="sm" w="sm" type="none"/>
                      <a:tailEnd len="sm" w="sm" type="none"/>
                    </a:lnL>
                    <a:lnR cap="flat" cmpd="sng" w="9525">
                      <a:solidFill>
                        <a:srgbClr val="E1DBDA"/>
                      </a:solidFill>
                      <a:prstDash val="solid"/>
                      <a:round/>
                      <a:headEnd len="sm" w="sm" type="none"/>
                      <a:tailEnd len="sm" w="sm" type="none"/>
                    </a:lnR>
                    <a:lnT cap="flat" cmpd="sng" w="9525">
                      <a:solidFill>
                        <a:srgbClr val="E1DBDA"/>
                      </a:solidFill>
                      <a:prstDash val="solid"/>
                      <a:round/>
                      <a:headEnd len="sm" w="sm" type="none"/>
                      <a:tailEnd len="sm" w="sm" type="none"/>
                    </a:lnT>
                    <a:lnB cap="flat" cmpd="sng" w="9525">
                      <a:solidFill>
                        <a:srgbClr val="E1DBDA"/>
                      </a:solidFill>
                      <a:prstDash val="solid"/>
                      <a:round/>
                      <a:headEnd len="sm" w="sm" type="none"/>
                      <a:tailEnd len="sm" w="sm" type="none"/>
                    </a:lnB>
                  </a:tcPr>
                </a:tc>
              </a:tr>
            </a:tbl>
          </a:graphicData>
        </a:graphic>
      </p:graphicFrame>
      <p:cxnSp>
        <p:nvCxnSpPr>
          <p:cNvPr id="154" name="Google Shape;154;p19"/>
          <p:cNvCxnSpPr/>
          <p:nvPr/>
        </p:nvCxnSpPr>
        <p:spPr>
          <a:xfrm>
            <a:off x="4278682" y="796290"/>
            <a:ext cx="12980700" cy="0"/>
          </a:xfrm>
          <a:prstGeom prst="straightConnector1">
            <a:avLst/>
          </a:prstGeom>
          <a:noFill/>
          <a:ln cap="flat" cmpd="sng" w="9525">
            <a:solidFill>
              <a:srgbClr val="E1DBDA"/>
            </a:solidFill>
            <a:prstDash val="solid"/>
            <a:round/>
            <a:headEnd len="sm" w="sm" type="none"/>
            <a:tailEnd len="sm" w="sm" type="none"/>
          </a:ln>
        </p:spPr>
      </p:cxnSp>
      <p:sp>
        <p:nvSpPr>
          <p:cNvPr id="155" name="Google Shape;155;p19"/>
          <p:cNvSpPr txBox="1"/>
          <p:nvPr/>
        </p:nvSpPr>
        <p:spPr>
          <a:xfrm>
            <a:off x="1028700" y="628650"/>
            <a:ext cx="4875900" cy="277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1800">
                <a:solidFill>
                  <a:srgbClr val="E1DBDA"/>
                </a:solidFill>
                <a:latin typeface="Inter"/>
                <a:ea typeface="Inter"/>
                <a:cs typeface="Inter"/>
                <a:sym typeface="Inter"/>
              </a:rPr>
              <a:t>SCOUT</a:t>
            </a:r>
            <a:endParaRPr/>
          </a:p>
        </p:txBody>
      </p:sp>
      <p:sp>
        <p:nvSpPr>
          <p:cNvPr id="156" name="Google Shape;156;p19"/>
          <p:cNvSpPr txBox="1"/>
          <p:nvPr/>
        </p:nvSpPr>
        <p:spPr>
          <a:xfrm>
            <a:off x="1067850" y="7866825"/>
            <a:ext cx="16152300" cy="2693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2500">
                <a:solidFill>
                  <a:srgbClr val="E1DBDA"/>
                </a:solidFill>
                <a:latin typeface="Inter"/>
                <a:ea typeface="Inter"/>
                <a:cs typeface="Inter"/>
                <a:sym typeface="Inter"/>
              </a:rPr>
              <a:t>Team Assets</a:t>
            </a:r>
            <a:endParaRPr b="1" sz="2500">
              <a:solidFill>
                <a:srgbClr val="E1DBDA"/>
              </a:solidFill>
              <a:latin typeface="Inter"/>
              <a:ea typeface="Inter"/>
              <a:cs typeface="Inter"/>
              <a:sym typeface="Inter"/>
            </a:endParaRPr>
          </a:p>
          <a:p>
            <a:pPr indent="-252095" lvl="1" marL="453390" marR="0" rtl="0" algn="l">
              <a:lnSpc>
                <a:spcPct val="150000"/>
              </a:lnSpc>
              <a:spcBef>
                <a:spcPts val="0"/>
              </a:spcBef>
              <a:spcAft>
                <a:spcPts val="0"/>
              </a:spcAft>
              <a:buClr>
                <a:srgbClr val="E1DBDA"/>
              </a:buClr>
              <a:buSzPts val="2500"/>
              <a:buFont typeface="Inter"/>
              <a:buChar char="•"/>
            </a:pPr>
            <a:r>
              <a:rPr b="1" lang="en-US" sz="2500">
                <a:solidFill>
                  <a:srgbClr val="E1DBDA"/>
                </a:solidFill>
                <a:latin typeface="Inter"/>
                <a:ea typeface="Inter"/>
                <a:cs typeface="Inter"/>
                <a:sym typeface="Inter"/>
              </a:rPr>
              <a:t>Marine engineering experience (Makai Ocean Engineering)</a:t>
            </a:r>
            <a:endParaRPr b="1" sz="2500">
              <a:solidFill>
                <a:srgbClr val="E1DBDA"/>
              </a:solidFill>
              <a:latin typeface="Inter"/>
              <a:ea typeface="Inter"/>
              <a:cs typeface="Inter"/>
              <a:sym typeface="Inter"/>
            </a:endParaRPr>
          </a:p>
          <a:p>
            <a:pPr indent="-252095" lvl="1" marL="453390" marR="0" rtl="0" algn="l">
              <a:lnSpc>
                <a:spcPct val="150000"/>
              </a:lnSpc>
              <a:spcBef>
                <a:spcPts val="0"/>
              </a:spcBef>
              <a:spcAft>
                <a:spcPts val="0"/>
              </a:spcAft>
              <a:buClr>
                <a:srgbClr val="E1DBDA"/>
              </a:buClr>
              <a:buSzPts val="2500"/>
              <a:buFont typeface="Inter"/>
              <a:buChar char="•"/>
            </a:pPr>
            <a:r>
              <a:rPr b="1" lang="en-US" sz="2500">
                <a:solidFill>
                  <a:srgbClr val="E1DBDA"/>
                </a:solidFill>
                <a:latin typeface="Inter"/>
                <a:ea typeface="Inter"/>
                <a:cs typeface="Inter"/>
                <a:sym typeface="Inter"/>
              </a:rPr>
              <a:t>Multidisciplinary engineering team </a:t>
            </a:r>
            <a:endParaRPr b="1" sz="2500">
              <a:solidFill>
                <a:srgbClr val="E1DBDA"/>
              </a:solidFill>
              <a:latin typeface="Inter"/>
              <a:ea typeface="Inter"/>
              <a:cs typeface="Inter"/>
              <a:sym typeface="Inter"/>
            </a:endParaRPr>
          </a:p>
          <a:p>
            <a:pPr indent="-252095" lvl="1" marL="453390" marR="0" rtl="0" algn="l">
              <a:lnSpc>
                <a:spcPct val="150000"/>
              </a:lnSpc>
              <a:spcBef>
                <a:spcPts val="0"/>
              </a:spcBef>
              <a:spcAft>
                <a:spcPts val="0"/>
              </a:spcAft>
              <a:buClr>
                <a:srgbClr val="E1DBDA"/>
              </a:buClr>
              <a:buSzPts val="2500"/>
              <a:buFont typeface="Inter"/>
              <a:buChar char="•"/>
            </a:pPr>
            <a:r>
              <a:rPr b="1" lang="en-US" sz="2500">
                <a:solidFill>
                  <a:srgbClr val="E1DBDA"/>
                </a:solidFill>
                <a:latin typeface="Inter"/>
                <a:ea typeface="Inter"/>
                <a:cs typeface="Inter"/>
                <a:sym typeface="Inter"/>
              </a:rPr>
              <a:t>SCU faculty &amp; lab support</a:t>
            </a:r>
            <a:endParaRPr b="1" sz="2500">
              <a:solidFill>
                <a:srgbClr val="E1DBDA"/>
              </a:solidFill>
              <a:latin typeface="Inter"/>
              <a:ea typeface="Inter"/>
              <a:cs typeface="Inter"/>
              <a:sym typeface="Inter"/>
            </a:endParaRPr>
          </a:p>
          <a:p>
            <a:pPr indent="0" lvl="0" marL="0" marR="0" rtl="0" algn="l">
              <a:lnSpc>
                <a:spcPct val="150000"/>
              </a:lnSpc>
              <a:spcBef>
                <a:spcPts val="0"/>
              </a:spcBef>
              <a:spcAft>
                <a:spcPts val="0"/>
              </a:spcAft>
              <a:buNone/>
            </a:pPr>
            <a:r>
              <a:t/>
            </a:r>
            <a:endParaRPr b="1" sz="2500">
              <a:solidFill>
                <a:srgbClr val="E1DBDA"/>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160" name="Shape 160"/>
        <p:cNvGrpSpPr/>
        <p:nvPr/>
      </p:nvGrpSpPr>
      <p:grpSpPr>
        <a:xfrm>
          <a:off x="0" y="0"/>
          <a:ext cx="0" cy="0"/>
          <a:chOff x="0" y="0"/>
          <a:chExt cx="0" cy="0"/>
        </a:xfrm>
      </p:grpSpPr>
      <p:sp>
        <p:nvSpPr>
          <p:cNvPr id="161" name="Google Shape;161;p20"/>
          <p:cNvSpPr txBox="1"/>
          <p:nvPr/>
        </p:nvSpPr>
        <p:spPr>
          <a:xfrm>
            <a:off x="1028700" y="1109530"/>
            <a:ext cx="10960500" cy="12315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8000">
                <a:solidFill>
                  <a:srgbClr val="E1DBDA"/>
                </a:solidFill>
                <a:latin typeface="IBM Plex Sans Condensed"/>
                <a:ea typeface="IBM Plex Sans Condensed"/>
                <a:cs typeface="IBM Plex Sans Condensed"/>
                <a:sym typeface="IBM Plex Sans Condensed"/>
              </a:rPr>
              <a:t>Technical Electives</a:t>
            </a:r>
            <a:endParaRPr/>
          </a:p>
        </p:txBody>
      </p:sp>
      <p:graphicFrame>
        <p:nvGraphicFramePr>
          <p:cNvPr id="162" name="Google Shape;162;p20"/>
          <p:cNvGraphicFramePr/>
          <p:nvPr/>
        </p:nvGraphicFramePr>
        <p:xfrm>
          <a:off x="1028700" y="2547805"/>
          <a:ext cx="3000000" cy="3000000"/>
        </p:xfrm>
        <a:graphic>
          <a:graphicData uri="http://schemas.openxmlformats.org/drawingml/2006/table">
            <a:tbl>
              <a:tblPr>
                <a:noFill/>
                <a:tableStyleId>{AB6F8155-73C7-45CA-9FB1-E7B44DB5ECEC}</a:tableStyleId>
              </a:tblPr>
              <a:tblGrid>
                <a:gridCol w="5286300"/>
                <a:gridCol w="5648475"/>
                <a:gridCol w="5295825"/>
              </a:tblGrid>
              <a:tr h="1022450">
                <a:tc>
                  <a:txBody>
                    <a:bodyPr/>
                    <a:lstStyle/>
                    <a:p>
                      <a:pPr indent="0" lvl="0" marL="0" marR="0" rtl="0" algn="ctr">
                        <a:lnSpc>
                          <a:spcPct val="140000"/>
                        </a:lnSpc>
                        <a:spcBef>
                          <a:spcPts val="0"/>
                        </a:spcBef>
                        <a:spcAft>
                          <a:spcPts val="0"/>
                        </a:spcAft>
                        <a:buNone/>
                      </a:pPr>
                      <a:r>
                        <a:rPr b="1" lang="en-US" sz="3000">
                          <a:solidFill>
                            <a:srgbClr val="1A1A1A"/>
                          </a:solidFill>
                          <a:latin typeface="IBM Plex Sans Condensed"/>
                          <a:ea typeface="IBM Plex Sans Condensed"/>
                          <a:cs typeface="IBM Plex Sans Condensed"/>
                          <a:sym typeface="IBM Plex Sans Condensed"/>
                        </a:rPr>
                        <a:t>GENG - John Ryan </a:t>
                      </a:r>
                      <a:endParaRPr sz="1100" u="none" cap="none" strike="noStrike"/>
                    </a:p>
                  </a:txBody>
                  <a:tcPr marT="190500" marB="190500" marR="190500" marL="190500" anchor="ctr">
                    <a:lnL cap="flat" cmpd="sng" w="9525">
                      <a:solidFill>
                        <a:srgbClr val="5BDBDB"/>
                      </a:solidFill>
                      <a:prstDash val="solid"/>
                      <a:round/>
                      <a:headEnd len="sm" w="sm" type="none"/>
                      <a:tailEnd len="sm" w="sm" type="none"/>
                    </a:lnL>
                    <a:lnR cap="flat" cmpd="sng" w="9525">
                      <a:solidFill>
                        <a:srgbClr val="5BDBDB"/>
                      </a:solidFill>
                      <a:prstDash val="solid"/>
                      <a:round/>
                      <a:headEnd len="sm" w="sm" type="none"/>
                      <a:tailEnd len="sm" w="sm" type="none"/>
                    </a:lnR>
                    <a:lnT cap="flat" cmpd="sng" w="9525">
                      <a:solidFill>
                        <a:srgbClr val="5BDBDB"/>
                      </a:solidFill>
                      <a:prstDash val="solid"/>
                      <a:round/>
                      <a:headEnd len="sm" w="sm" type="none"/>
                      <a:tailEnd len="sm" w="sm" type="none"/>
                    </a:lnT>
                    <a:lnB cap="flat" cmpd="sng" w="9525">
                      <a:solidFill>
                        <a:srgbClr val="5BDBDB"/>
                      </a:solidFill>
                      <a:prstDash val="solid"/>
                      <a:round/>
                      <a:headEnd len="sm" w="sm" type="none"/>
                      <a:tailEnd len="sm" w="sm" type="none"/>
                    </a:lnB>
                    <a:solidFill>
                      <a:srgbClr val="5BDBDB"/>
                    </a:solidFill>
                  </a:tcPr>
                </a:tc>
                <a:tc>
                  <a:txBody>
                    <a:bodyPr/>
                    <a:lstStyle/>
                    <a:p>
                      <a:pPr indent="0" lvl="0" marL="0" marR="0" rtl="0" algn="ctr">
                        <a:lnSpc>
                          <a:spcPct val="140000"/>
                        </a:lnSpc>
                        <a:spcBef>
                          <a:spcPts val="0"/>
                        </a:spcBef>
                        <a:spcAft>
                          <a:spcPts val="0"/>
                        </a:spcAft>
                        <a:buNone/>
                      </a:pPr>
                      <a:r>
                        <a:rPr b="1" lang="en-US" sz="3000">
                          <a:solidFill>
                            <a:srgbClr val="1A1A1A"/>
                          </a:solidFill>
                          <a:latin typeface="IBM Plex Sans Condensed"/>
                          <a:ea typeface="IBM Plex Sans Condensed"/>
                          <a:cs typeface="IBM Plex Sans Condensed"/>
                          <a:sym typeface="IBM Plex Sans Condensed"/>
                        </a:rPr>
                        <a:t>ELEN - Isa</a:t>
                      </a:r>
                      <a:endParaRPr sz="1100" u="none" cap="none" strike="noStrike"/>
                    </a:p>
                  </a:txBody>
                  <a:tcPr marT="190500" marB="190500" marR="190500" marL="190500" anchor="ctr">
                    <a:lnL cap="flat" cmpd="sng" w="9525">
                      <a:solidFill>
                        <a:srgbClr val="5BDBDB"/>
                      </a:solidFill>
                      <a:prstDash val="solid"/>
                      <a:round/>
                      <a:headEnd len="sm" w="sm" type="none"/>
                      <a:tailEnd len="sm" w="sm" type="none"/>
                    </a:lnL>
                    <a:lnR cap="flat" cmpd="sng" w="9525">
                      <a:solidFill>
                        <a:srgbClr val="5BDBDB"/>
                      </a:solidFill>
                      <a:prstDash val="solid"/>
                      <a:round/>
                      <a:headEnd len="sm" w="sm" type="none"/>
                      <a:tailEnd len="sm" w="sm" type="none"/>
                    </a:lnR>
                    <a:lnT cap="flat" cmpd="sng" w="9525">
                      <a:solidFill>
                        <a:srgbClr val="5BDBDB"/>
                      </a:solidFill>
                      <a:prstDash val="solid"/>
                      <a:round/>
                      <a:headEnd len="sm" w="sm" type="none"/>
                      <a:tailEnd len="sm" w="sm" type="none"/>
                    </a:lnT>
                    <a:lnB cap="flat" cmpd="sng" w="9525">
                      <a:solidFill>
                        <a:srgbClr val="5BDBDB"/>
                      </a:solidFill>
                      <a:prstDash val="solid"/>
                      <a:round/>
                      <a:headEnd len="sm" w="sm" type="none"/>
                      <a:tailEnd len="sm" w="sm" type="none"/>
                    </a:lnB>
                    <a:solidFill>
                      <a:srgbClr val="5BDBDB"/>
                    </a:solidFill>
                  </a:tcPr>
                </a:tc>
                <a:tc>
                  <a:txBody>
                    <a:bodyPr/>
                    <a:lstStyle/>
                    <a:p>
                      <a:pPr indent="0" lvl="0" marL="0" marR="0" rtl="0" algn="ctr">
                        <a:lnSpc>
                          <a:spcPct val="140000"/>
                        </a:lnSpc>
                        <a:spcBef>
                          <a:spcPts val="0"/>
                        </a:spcBef>
                        <a:spcAft>
                          <a:spcPts val="0"/>
                        </a:spcAft>
                        <a:buNone/>
                      </a:pPr>
                      <a:r>
                        <a:rPr b="1" lang="en-US" sz="3000">
                          <a:solidFill>
                            <a:srgbClr val="1A1A1A"/>
                          </a:solidFill>
                          <a:latin typeface="IBM Plex Sans Condensed"/>
                          <a:ea typeface="IBM Plex Sans Condensed"/>
                          <a:cs typeface="IBM Plex Sans Condensed"/>
                          <a:sym typeface="IBM Plex Sans Condensed"/>
                        </a:rPr>
                        <a:t>CSEN - David</a:t>
                      </a:r>
                      <a:endParaRPr sz="1100" u="none" cap="none" strike="noStrike"/>
                    </a:p>
                  </a:txBody>
                  <a:tcPr marT="190500" marB="190500" marR="190500" marL="190500" anchor="ctr">
                    <a:lnL cap="flat" cmpd="sng" w="9525">
                      <a:solidFill>
                        <a:srgbClr val="5BDBDB"/>
                      </a:solidFill>
                      <a:prstDash val="solid"/>
                      <a:round/>
                      <a:headEnd len="sm" w="sm" type="none"/>
                      <a:tailEnd len="sm" w="sm" type="none"/>
                    </a:lnL>
                    <a:lnR cap="flat" cmpd="sng" w="9525">
                      <a:solidFill>
                        <a:srgbClr val="5BDBDB"/>
                      </a:solidFill>
                      <a:prstDash val="solid"/>
                      <a:round/>
                      <a:headEnd len="sm" w="sm" type="none"/>
                      <a:tailEnd len="sm" w="sm" type="none"/>
                    </a:lnR>
                    <a:lnT cap="flat" cmpd="sng" w="9525">
                      <a:solidFill>
                        <a:srgbClr val="5BDBDB"/>
                      </a:solidFill>
                      <a:prstDash val="solid"/>
                      <a:round/>
                      <a:headEnd len="sm" w="sm" type="none"/>
                      <a:tailEnd len="sm" w="sm" type="none"/>
                    </a:lnT>
                    <a:lnB cap="flat" cmpd="sng" w="9525">
                      <a:solidFill>
                        <a:srgbClr val="5BDBDB"/>
                      </a:solidFill>
                      <a:prstDash val="solid"/>
                      <a:round/>
                      <a:headEnd len="sm" w="sm" type="none"/>
                      <a:tailEnd len="sm" w="sm" type="none"/>
                    </a:lnB>
                    <a:solidFill>
                      <a:srgbClr val="5BDBDB"/>
                    </a:solidFill>
                  </a:tcPr>
                </a:tc>
              </a:tr>
              <a:tr h="1022450">
                <a:tc>
                  <a:txBody>
                    <a:bodyPr/>
                    <a:lstStyle/>
                    <a:p>
                      <a:pPr indent="0" lvl="0" marL="0" marR="0" rtl="0" algn="ctr">
                        <a:lnSpc>
                          <a:spcPct val="140000"/>
                        </a:lnSpc>
                        <a:spcBef>
                          <a:spcPts val="0"/>
                        </a:spcBef>
                        <a:spcAft>
                          <a:spcPts val="0"/>
                        </a:spcAft>
                        <a:buNone/>
                      </a:pPr>
                      <a:r>
                        <a:rPr b="1" lang="en-US" sz="2100">
                          <a:solidFill>
                            <a:srgbClr val="E1DBDA"/>
                          </a:solidFill>
                          <a:latin typeface="Inter"/>
                          <a:ea typeface="Inter"/>
                          <a:cs typeface="Inter"/>
                          <a:sym typeface="Inter"/>
                        </a:rPr>
                        <a:t>   Marine systems / fluids</a:t>
                      </a:r>
                      <a:endParaRPr b="1" sz="1100" u="none" cap="none" strike="noStrike"/>
                    </a:p>
                  </a:txBody>
                  <a:tcPr marT="190500" marB="190500" marR="190500" marL="190500" anchor="ctr">
                    <a:lnL cap="flat" cmpd="sng" w="9525">
                      <a:solidFill>
                        <a:srgbClr val="E1DBDA"/>
                      </a:solidFill>
                      <a:prstDash val="solid"/>
                      <a:round/>
                      <a:headEnd len="sm" w="sm" type="none"/>
                      <a:tailEnd len="sm" w="sm" type="none"/>
                    </a:lnL>
                    <a:lnR cap="flat" cmpd="sng" w="9525">
                      <a:solidFill>
                        <a:srgbClr val="E1DBDA"/>
                      </a:solidFill>
                      <a:prstDash val="solid"/>
                      <a:round/>
                      <a:headEnd len="sm" w="sm" type="none"/>
                      <a:tailEnd len="sm" w="sm" type="none"/>
                    </a:lnR>
                    <a:lnT cap="flat" cmpd="sng" w="9525">
                      <a:solidFill>
                        <a:srgbClr val="5BDBDB"/>
                      </a:solidFill>
                      <a:prstDash val="solid"/>
                      <a:round/>
                      <a:headEnd len="sm" w="sm" type="none"/>
                      <a:tailEnd len="sm" w="sm" type="none"/>
                    </a:lnT>
                    <a:lnB cap="flat" cmpd="sng" w="9525">
                      <a:solidFill>
                        <a:srgbClr val="E1DBDA"/>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b="1" lang="en-US" sz="2100">
                          <a:solidFill>
                            <a:srgbClr val="E1DBDA"/>
                          </a:solidFill>
                          <a:latin typeface="Inter"/>
                          <a:ea typeface="Inter"/>
                          <a:cs typeface="Inter"/>
                          <a:sym typeface="Inter"/>
                        </a:rPr>
                        <a:t>   Embedded systems</a:t>
                      </a:r>
                      <a:endParaRPr b="1" sz="1100" u="none" cap="none" strike="noStrike"/>
                    </a:p>
                  </a:txBody>
                  <a:tcPr marT="190500" marB="190500" marR="190500" marL="190500" anchor="ctr">
                    <a:lnL cap="flat" cmpd="sng" w="9525">
                      <a:solidFill>
                        <a:srgbClr val="E1DBDA"/>
                      </a:solidFill>
                      <a:prstDash val="solid"/>
                      <a:round/>
                      <a:headEnd len="sm" w="sm" type="none"/>
                      <a:tailEnd len="sm" w="sm" type="none"/>
                    </a:lnL>
                    <a:lnR cap="flat" cmpd="sng" w="9525">
                      <a:solidFill>
                        <a:srgbClr val="E1DBDA"/>
                      </a:solidFill>
                      <a:prstDash val="solid"/>
                      <a:round/>
                      <a:headEnd len="sm" w="sm" type="none"/>
                      <a:tailEnd len="sm" w="sm" type="none"/>
                    </a:lnR>
                    <a:lnT cap="flat" cmpd="sng" w="9525">
                      <a:solidFill>
                        <a:srgbClr val="5BDBDB"/>
                      </a:solidFill>
                      <a:prstDash val="solid"/>
                      <a:round/>
                      <a:headEnd len="sm" w="sm" type="none"/>
                      <a:tailEnd len="sm" w="sm" type="none"/>
                    </a:lnT>
                    <a:lnB cap="flat" cmpd="sng" w="9525">
                      <a:solidFill>
                        <a:srgbClr val="E1DBDA"/>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b="1" lang="en-US" sz="2100">
                          <a:solidFill>
                            <a:srgbClr val="E1DBDA"/>
                          </a:solidFill>
                          <a:latin typeface="Inter"/>
                          <a:ea typeface="Inter"/>
                          <a:cs typeface="Inter"/>
                          <a:sym typeface="Inter"/>
                        </a:rPr>
                        <a:t>   Data systems</a:t>
                      </a:r>
                      <a:endParaRPr b="1" sz="1100" u="none" cap="none" strike="noStrike"/>
                    </a:p>
                  </a:txBody>
                  <a:tcPr marT="190500" marB="190500" marR="190500" marL="190500" anchor="ctr">
                    <a:lnL cap="flat" cmpd="sng" w="9525">
                      <a:solidFill>
                        <a:srgbClr val="E1DBDA"/>
                      </a:solidFill>
                      <a:prstDash val="solid"/>
                      <a:round/>
                      <a:headEnd len="sm" w="sm" type="none"/>
                      <a:tailEnd len="sm" w="sm" type="none"/>
                    </a:lnL>
                    <a:lnR cap="flat" cmpd="sng" w="9525">
                      <a:solidFill>
                        <a:srgbClr val="E1DBDA"/>
                      </a:solidFill>
                      <a:prstDash val="solid"/>
                      <a:round/>
                      <a:headEnd len="sm" w="sm" type="none"/>
                      <a:tailEnd len="sm" w="sm" type="none"/>
                    </a:lnR>
                    <a:lnT cap="flat" cmpd="sng" w="9525">
                      <a:solidFill>
                        <a:srgbClr val="5BDBDB"/>
                      </a:solidFill>
                      <a:prstDash val="solid"/>
                      <a:round/>
                      <a:headEnd len="sm" w="sm" type="none"/>
                      <a:tailEnd len="sm" w="sm" type="none"/>
                    </a:lnT>
                    <a:lnB cap="flat" cmpd="sng" w="9525">
                      <a:solidFill>
                        <a:srgbClr val="E1DBDA"/>
                      </a:solidFill>
                      <a:prstDash val="solid"/>
                      <a:round/>
                      <a:headEnd len="sm" w="sm" type="none"/>
                      <a:tailEnd len="sm" w="sm" type="none"/>
                    </a:lnB>
                  </a:tcPr>
                </a:tc>
              </a:tr>
              <a:tr h="1022450">
                <a:tc>
                  <a:txBody>
                    <a:bodyPr/>
                    <a:lstStyle/>
                    <a:p>
                      <a:pPr indent="0" lvl="0" marL="0" marR="0" rtl="0" algn="ctr">
                        <a:lnSpc>
                          <a:spcPct val="140000"/>
                        </a:lnSpc>
                        <a:spcBef>
                          <a:spcPts val="0"/>
                        </a:spcBef>
                        <a:spcAft>
                          <a:spcPts val="0"/>
                        </a:spcAft>
                        <a:buNone/>
                      </a:pPr>
                      <a:r>
                        <a:rPr b="1" lang="en-US" sz="2100">
                          <a:solidFill>
                            <a:srgbClr val="E1DBDA"/>
                          </a:solidFill>
                          <a:latin typeface="Inter"/>
                          <a:ea typeface="Inter"/>
                          <a:cs typeface="Inter"/>
                          <a:sym typeface="Inter"/>
                        </a:rPr>
                        <a:t>   Materials &amp; manufacturing</a:t>
                      </a:r>
                      <a:endParaRPr b="1" sz="1100" u="none" cap="none" strike="noStrike"/>
                    </a:p>
                  </a:txBody>
                  <a:tcPr marT="190500" marB="190500" marR="190500" marL="190500" anchor="ctr">
                    <a:lnL cap="flat" cmpd="sng" w="9525">
                      <a:solidFill>
                        <a:srgbClr val="E1DBDA"/>
                      </a:solidFill>
                      <a:prstDash val="solid"/>
                      <a:round/>
                      <a:headEnd len="sm" w="sm" type="none"/>
                      <a:tailEnd len="sm" w="sm" type="none"/>
                    </a:lnL>
                    <a:lnR cap="flat" cmpd="sng" w="9525">
                      <a:solidFill>
                        <a:srgbClr val="E1DBDA"/>
                      </a:solidFill>
                      <a:prstDash val="solid"/>
                      <a:round/>
                      <a:headEnd len="sm" w="sm" type="none"/>
                      <a:tailEnd len="sm" w="sm" type="none"/>
                    </a:lnR>
                    <a:lnT cap="flat" cmpd="sng" w="9525">
                      <a:solidFill>
                        <a:srgbClr val="E1DBDA"/>
                      </a:solidFill>
                      <a:prstDash val="solid"/>
                      <a:round/>
                      <a:headEnd len="sm" w="sm" type="none"/>
                      <a:tailEnd len="sm" w="sm" type="none"/>
                    </a:lnT>
                    <a:lnB cap="flat" cmpd="sng" w="9525">
                      <a:solidFill>
                        <a:srgbClr val="E1DBDA"/>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b="1" lang="en-US" sz="2100">
                          <a:solidFill>
                            <a:srgbClr val="E1DBDA"/>
                          </a:solidFill>
                          <a:latin typeface="Inter"/>
                          <a:ea typeface="Inter"/>
                          <a:cs typeface="Inter"/>
                          <a:sym typeface="Inter"/>
                        </a:rPr>
                        <a:t>   Wireless communication</a:t>
                      </a:r>
                      <a:endParaRPr b="1" sz="1100" u="none" cap="none" strike="noStrike"/>
                    </a:p>
                  </a:txBody>
                  <a:tcPr marT="190500" marB="190500" marR="190500" marL="190500" anchor="ctr">
                    <a:lnL cap="flat" cmpd="sng" w="9525">
                      <a:solidFill>
                        <a:srgbClr val="E1DBDA"/>
                      </a:solidFill>
                      <a:prstDash val="solid"/>
                      <a:round/>
                      <a:headEnd len="sm" w="sm" type="none"/>
                      <a:tailEnd len="sm" w="sm" type="none"/>
                    </a:lnL>
                    <a:lnR cap="flat" cmpd="sng" w="9525">
                      <a:solidFill>
                        <a:srgbClr val="E1DBDA"/>
                      </a:solidFill>
                      <a:prstDash val="solid"/>
                      <a:round/>
                      <a:headEnd len="sm" w="sm" type="none"/>
                      <a:tailEnd len="sm" w="sm" type="none"/>
                    </a:lnR>
                    <a:lnT cap="flat" cmpd="sng" w="9525">
                      <a:solidFill>
                        <a:srgbClr val="E1DBDA"/>
                      </a:solidFill>
                      <a:prstDash val="solid"/>
                      <a:round/>
                      <a:headEnd len="sm" w="sm" type="none"/>
                      <a:tailEnd len="sm" w="sm" type="none"/>
                    </a:lnT>
                    <a:lnB cap="flat" cmpd="sng" w="9525">
                      <a:solidFill>
                        <a:srgbClr val="E1DBDA"/>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b="1" lang="en-US" sz="2100">
                          <a:solidFill>
                            <a:srgbClr val="E1DBDA"/>
                          </a:solidFill>
                          <a:latin typeface="Inter"/>
                          <a:ea typeface="Inter"/>
                          <a:cs typeface="Inter"/>
                          <a:sym typeface="Inter"/>
                        </a:rPr>
                        <a:t>   Machine learning</a:t>
                      </a:r>
                      <a:endParaRPr b="1" sz="1100" u="none" cap="none" strike="noStrike"/>
                    </a:p>
                  </a:txBody>
                  <a:tcPr marT="190500" marB="190500" marR="190500" marL="190500" anchor="ctr">
                    <a:lnL cap="flat" cmpd="sng" w="9525">
                      <a:solidFill>
                        <a:srgbClr val="E1DBDA"/>
                      </a:solidFill>
                      <a:prstDash val="solid"/>
                      <a:round/>
                      <a:headEnd len="sm" w="sm" type="none"/>
                      <a:tailEnd len="sm" w="sm" type="none"/>
                    </a:lnL>
                    <a:lnR cap="flat" cmpd="sng" w="9525">
                      <a:solidFill>
                        <a:srgbClr val="E1DBDA"/>
                      </a:solidFill>
                      <a:prstDash val="solid"/>
                      <a:round/>
                      <a:headEnd len="sm" w="sm" type="none"/>
                      <a:tailEnd len="sm" w="sm" type="none"/>
                    </a:lnR>
                    <a:lnT cap="flat" cmpd="sng" w="9525">
                      <a:solidFill>
                        <a:srgbClr val="E1DBDA"/>
                      </a:solidFill>
                      <a:prstDash val="solid"/>
                      <a:round/>
                      <a:headEnd len="sm" w="sm" type="none"/>
                      <a:tailEnd len="sm" w="sm" type="none"/>
                    </a:lnT>
                    <a:lnB cap="flat" cmpd="sng" w="9525">
                      <a:solidFill>
                        <a:srgbClr val="E1DBDA"/>
                      </a:solidFill>
                      <a:prstDash val="solid"/>
                      <a:round/>
                      <a:headEnd len="sm" w="sm" type="none"/>
                      <a:tailEnd len="sm" w="sm" type="none"/>
                    </a:lnB>
                  </a:tcPr>
                </a:tc>
              </a:tr>
              <a:tr h="1022450">
                <a:tc>
                  <a:txBody>
                    <a:bodyPr/>
                    <a:lstStyle/>
                    <a:p>
                      <a:pPr indent="0" lvl="0" marL="0" marR="0" rtl="0" algn="ctr">
                        <a:lnSpc>
                          <a:spcPct val="140000"/>
                        </a:lnSpc>
                        <a:spcBef>
                          <a:spcPts val="0"/>
                        </a:spcBef>
                        <a:spcAft>
                          <a:spcPts val="0"/>
                        </a:spcAft>
                        <a:buNone/>
                      </a:pPr>
                      <a:r>
                        <a:rPr b="1" lang="en-US" sz="2100">
                          <a:solidFill>
                            <a:srgbClr val="E1DBDA"/>
                          </a:solidFill>
                          <a:latin typeface="Inter"/>
                          <a:ea typeface="Inter"/>
                          <a:cs typeface="Inter"/>
                          <a:sym typeface="Inter"/>
                        </a:rPr>
                        <a:t>   Mechatronics / controls</a:t>
                      </a:r>
                      <a:endParaRPr b="1" sz="1100" u="none" cap="none" strike="noStrike"/>
                    </a:p>
                  </a:txBody>
                  <a:tcPr marT="190500" marB="190500" marR="190500" marL="190500" anchor="ctr">
                    <a:lnL cap="flat" cmpd="sng" w="9525">
                      <a:solidFill>
                        <a:srgbClr val="E1DBDA"/>
                      </a:solidFill>
                      <a:prstDash val="solid"/>
                      <a:round/>
                      <a:headEnd len="sm" w="sm" type="none"/>
                      <a:tailEnd len="sm" w="sm" type="none"/>
                    </a:lnL>
                    <a:lnR cap="flat" cmpd="sng" w="9525">
                      <a:solidFill>
                        <a:srgbClr val="E1DBDA"/>
                      </a:solidFill>
                      <a:prstDash val="solid"/>
                      <a:round/>
                      <a:headEnd len="sm" w="sm" type="none"/>
                      <a:tailEnd len="sm" w="sm" type="none"/>
                    </a:lnR>
                    <a:lnT cap="flat" cmpd="sng" w="9525">
                      <a:solidFill>
                        <a:srgbClr val="E1DBDA"/>
                      </a:solidFill>
                      <a:prstDash val="solid"/>
                      <a:round/>
                      <a:headEnd len="sm" w="sm" type="none"/>
                      <a:tailEnd len="sm" w="sm" type="none"/>
                    </a:lnT>
                    <a:lnB cap="flat" cmpd="sng" w="9525">
                      <a:solidFill>
                        <a:srgbClr val="E1DBDA"/>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b="1" lang="en-US" sz="2100">
                          <a:solidFill>
                            <a:srgbClr val="E1DBDA"/>
                          </a:solidFill>
                          <a:latin typeface="Inter"/>
                          <a:ea typeface="Inter"/>
                          <a:cs typeface="Inter"/>
                          <a:sym typeface="Inter"/>
                        </a:rPr>
                        <a:t>   Power electronics</a:t>
                      </a:r>
                      <a:endParaRPr b="1" sz="1100" u="none" cap="none" strike="noStrike"/>
                    </a:p>
                  </a:txBody>
                  <a:tcPr marT="190500" marB="190500" marR="190500" marL="190500" anchor="ctr">
                    <a:lnL cap="flat" cmpd="sng" w="9525">
                      <a:solidFill>
                        <a:srgbClr val="E1DBDA"/>
                      </a:solidFill>
                      <a:prstDash val="solid"/>
                      <a:round/>
                      <a:headEnd len="sm" w="sm" type="none"/>
                      <a:tailEnd len="sm" w="sm" type="none"/>
                    </a:lnL>
                    <a:lnR cap="flat" cmpd="sng" w="9525">
                      <a:solidFill>
                        <a:srgbClr val="E1DBDA"/>
                      </a:solidFill>
                      <a:prstDash val="solid"/>
                      <a:round/>
                      <a:headEnd len="sm" w="sm" type="none"/>
                      <a:tailEnd len="sm" w="sm" type="none"/>
                    </a:lnR>
                    <a:lnT cap="flat" cmpd="sng" w="9525">
                      <a:solidFill>
                        <a:srgbClr val="E1DBDA"/>
                      </a:solidFill>
                      <a:prstDash val="solid"/>
                      <a:round/>
                      <a:headEnd len="sm" w="sm" type="none"/>
                      <a:tailEnd len="sm" w="sm" type="none"/>
                    </a:lnT>
                    <a:lnB cap="flat" cmpd="sng" w="9525">
                      <a:solidFill>
                        <a:srgbClr val="E1DBDA"/>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b="1" lang="en-US" sz="2100">
                          <a:solidFill>
                            <a:srgbClr val="E1DBDA"/>
                          </a:solidFill>
                          <a:latin typeface="Inter"/>
                          <a:ea typeface="Inter"/>
                          <a:cs typeface="Inter"/>
                          <a:sym typeface="Inter"/>
                        </a:rPr>
                        <a:t>   Signal processing</a:t>
                      </a:r>
                      <a:endParaRPr b="1" sz="1100" u="none" cap="none" strike="noStrike"/>
                    </a:p>
                  </a:txBody>
                  <a:tcPr marT="190500" marB="190500" marR="190500" marL="190500" anchor="ctr">
                    <a:lnL cap="flat" cmpd="sng" w="9525">
                      <a:solidFill>
                        <a:srgbClr val="E1DBDA"/>
                      </a:solidFill>
                      <a:prstDash val="solid"/>
                      <a:round/>
                      <a:headEnd len="sm" w="sm" type="none"/>
                      <a:tailEnd len="sm" w="sm" type="none"/>
                    </a:lnL>
                    <a:lnR cap="flat" cmpd="sng" w="9525">
                      <a:solidFill>
                        <a:srgbClr val="E1DBDA"/>
                      </a:solidFill>
                      <a:prstDash val="solid"/>
                      <a:round/>
                      <a:headEnd len="sm" w="sm" type="none"/>
                      <a:tailEnd len="sm" w="sm" type="none"/>
                    </a:lnR>
                    <a:lnT cap="flat" cmpd="sng" w="9525">
                      <a:solidFill>
                        <a:srgbClr val="E1DBDA"/>
                      </a:solidFill>
                      <a:prstDash val="solid"/>
                      <a:round/>
                      <a:headEnd len="sm" w="sm" type="none"/>
                      <a:tailEnd len="sm" w="sm" type="none"/>
                    </a:lnT>
                    <a:lnB cap="flat" cmpd="sng" w="9525">
                      <a:solidFill>
                        <a:srgbClr val="E1DBDA"/>
                      </a:solidFill>
                      <a:prstDash val="solid"/>
                      <a:round/>
                      <a:headEnd len="sm" w="sm" type="none"/>
                      <a:tailEnd len="sm" w="sm" type="none"/>
                    </a:lnB>
                  </a:tcPr>
                </a:tc>
              </a:tr>
              <a:tr h="1022450">
                <a:tc>
                  <a:txBody>
                    <a:bodyPr/>
                    <a:lstStyle/>
                    <a:p>
                      <a:pPr indent="0" lvl="0" marL="0" marR="0" rtl="0" algn="ctr">
                        <a:lnSpc>
                          <a:spcPct val="140000"/>
                        </a:lnSpc>
                        <a:spcBef>
                          <a:spcPts val="0"/>
                        </a:spcBef>
                        <a:spcAft>
                          <a:spcPts val="0"/>
                        </a:spcAft>
                        <a:buNone/>
                      </a:pPr>
                      <a:r>
                        <a:rPr b="1" lang="en-US" sz="2100">
                          <a:solidFill>
                            <a:srgbClr val="E1DBDA"/>
                          </a:solidFill>
                          <a:latin typeface="Inter"/>
                          <a:ea typeface="Inter"/>
                          <a:cs typeface="Inter"/>
                          <a:sym typeface="Inter"/>
                        </a:rPr>
                        <a:t>Power electronics</a:t>
                      </a:r>
                      <a:endParaRPr b="1" sz="1100" u="none" cap="none" strike="noStrike"/>
                    </a:p>
                  </a:txBody>
                  <a:tcPr marT="190500" marB="190500" marR="190500" marL="190500" anchor="ctr">
                    <a:lnL cap="flat" cmpd="sng" w="9525">
                      <a:solidFill>
                        <a:srgbClr val="E1DBDA"/>
                      </a:solidFill>
                      <a:prstDash val="solid"/>
                      <a:round/>
                      <a:headEnd len="sm" w="sm" type="none"/>
                      <a:tailEnd len="sm" w="sm" type="none"/>
                    </a:lnL>
                    <a:lnR cap="flat" cmpd="sng" w="9525">
                      <a:solidFill>
                        <a:srgbClr val="E1DBDA"/>
                      </a:solidFill>
                      <a:prstDash val="solid"/>
                      <a:round/>
                      <a:headEnd len="sm" w="sm" type="none"/>
                      <a:tailEnd len="sm" w="sm" type="none"/>
                    </a:lnR>
                    <a:lnT cap="flat" cmpd="sng" w="9525">
                      <a:solidFill>
                        <a:srgbClr val="E1DBDA"/>
                      </a:solidFill>
                      <a:prstDash val="solid"/>
                      <a:round/>
                      <a:headEnd len="sm" w="sm" type="none"/>
                      <a:tailEnd len="sm" w="sm" type="none"/>
                    </a:lnT>
                    <a:lnB cap="flat" cmpd="sng" w="9525">
                      <a:solidFill>
                        <a:srgbClr val="E1DBDA"/>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t/>
                      </a:r>
                      <a:endParaRPr b="1" sz="1100" u="none" cap="none" strike="noStrike"/>
                    </a:p>
                  </a:txBody>
                  <a:tcPr marT="190500" marB="190500" marR="190500" marL="190500" anchor="ctr">
                    <a:lnL cap="flat" cmpd="sng" w="9525">
                      <a:solidFill>
                        <a:srgbClr val="E1DBDA"/>
                      </a:solidFill>
                      <a:prstDash val="solid"/>
                      <a:round/>
                      <a:headEnd len="sm" w="sm" type="none"/>
                      <a:tailEnd len="sm" w="sm" type="none"/>
                    </a:lnL>
                    <a:lnR cap="flat" cmpd="sng" w="9525">
                      <a:solidFill>
                        <a:srgbClr val="E1DBDA"/>
                      </a:solidFill>
                      <a:prstDash val="solid"/>
                      <a:round/>
                      <a:headEnd len="sm" w="sm" type="none"/>
                      <a:tailEnd len="sm" w="sm" type="none"/>
                    </a:lnR>
                    <a:lnT cap="flat" cmpd="sng" w="9525">
                      <a:solidFill>
                        <a:srgbClr val="E1DBDA"/>
                      </a:solidFill>
                      <a:prstDash val="solid"/>
                      <a:round/>
                      <a:headEnd len="sm" w="sm" type="none"/>
                      <a:tailEnd len="sm" w="sm" type="none"/>
                    </a:lnT>
                    <a:lnB cap="flat" cmpd="sng" w="9525">
                      <a:solidFill>
                        <a:srgbClr val="E1DBDA"/>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t/>
                      </a:r>
                      <a:endParaRPr b="1" sz="1100" u="none" cap="none" strike="noStrike"/>
                    </a:p>
                  </a:txBody>
                  <a:tcPr marT="190500" marB="190500" marR="190500" marL="190500" anchor="ctr">
                    <a:lnL cap="flat" cmpd="sng" w="9525">
                      <a:solidFill>
                        <a:srgbClr val="E1DBDA"/>
                      </a:solidFill>
                      <a:prstDash val="solid"/>
                      <a:round/>
                      <a:headEnd len="sm" w="sm" type="none"/>
                      <a:tailEnd len="sm" w="sm" type="none"/>
                    </a:lnL>
                    <a:lnR cap="flat" cmpd="sng" w="9525">
                      <a:solidFill>
                        <a:srgbClr val="E1DBDA"/>
                      </a:solidFill>
                      <a:prstDash val="solid"/>
                      <a:round/>
                      <a:headEnd len="sm" w="sm" type="none"/>
                      <a:tailEnd len="sm" w="sm" type="none"/>
                    </a:lnR>
                    <a:lnT cap="flat" cmpd="sng" w="9525">
                      <a:solidFill>
                        <a:srgbClr val="E1DBDA"/>
                      </a:solidFill>
                      <a:prstDash val="solid"/>
                      <a:round/>
                      <a:headEnd len="sm" w="sm" type="none"/>
                      <a:tailEnd len="sm" w="sm" type="none"/>
                    </a:lnT>
                    <a:lnB cap="flat" cmpd="sng" w="9525">
                      <a:solidFill>
                        <a:srgbClr val="E1DBDA"/>
                      </a:solidFill>
                      <a:prstDash val="solid"/>
                      <a:round/>
                      <a:headEnd len="sm" w="sm" type="none"/>
                      <a:tailEnd len="sm" w="sm" type="none"/>
                    </a:lnB>
                  </a:tcPr>
                </a:tc>
              </a:tr>
            </a:tbl>
          </a:graphicData>
        </a:graphic>
      </p:graphicFrame>
      <p:cxnSp>
        <p:nvCxnSpPr>
          <p:cNvPr id="163" name="Google Shape;163;p20"/>
          <p:cNvCxnSpPr/>
          <p:nvPr/>
        </p:nvCxnSpPr>
        <p:spPr>
          <a:xfrm>
            <a:off x="4278682" y="796290"/>
            <a:ext cx="12980700" cy="0"/>
          </a:xfrm>
          <a:prstGeom prst="straightConnector1">
            <a:avLst/>
          </a:prstGeom>
          <a:noFill/>
          <a:ln cap="flat" cmpd="sng" w="9525">
            <a:solidFill>
              <a:srgbClr val="E1DBDA"/>
            </a:solidFill>
            <a:prstDash val="solid"/>
            <a:round/>
            <a:headEnd len="sm" w="sm" type="none"/>
            <a:tailEnd len="sm" w="sm" type="none"/>
          </a:ln>
        </p:spPr>
      </p:cxnSp>
      <p:sp>
        <p:nvSpPr>
          <p:cNvPr id="164" name="Google Shape;164;p20"/>
          <p:cNvSpPr txBox="1"/>
          <p:nvPr/>
        </p:nvSpPr>
        <p:spPr>
          <a:xfrm>
            <a:off x="1028700" y="628650"/>
            <a:ext cx="4875900" cy="277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1800">
                <a:solidFill>
                  <a:srgbClr val="E1DBDA"/>
                </a:solidFill>
                <a:latin typeface="Inter"/>
                <a:ea typeface="Inter"/>
                <a:cs typeface="Inter"/>
                <a:sym typeface="Inter"/>
              </a:rPr>
              <a:t>SCOUT</a:t>
            </a:r>
            <a:endParaRPr/>
          </a:p>
        </p:txBody>
      </p:sp>
      <p:sp>
        <p:nvSpPr>
          <p:cNvPr id="165" name="Google Shape;165;p20"/>
          <p:cNvSpPr txBox="1"/>
          <p:nvPr/>
        </p:nvSpPr>
        <p:spPr>
          <a:xfrm>
            <a:off x="1067850" y="7866825"/>
            <a:ext cx="16152300" cy="1539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2500">
                <a:solidFill>
                  <a:srgbClr val="E1DBDA"/>
                </a:solidFill>
                <a:latin typeface="Inter"/>
                <a:ea typeface="Inter"/>
                <a:cs typeface="Inter"/>
                <a:sym typeface="Inter"/>
              </a:rPr>
              <a:t>Purpose</a:t>
            </a:r>
            <a:endParaRPr b="1" sz="2500">
              <a:solidFill>
                <a:srgbClr val="E1DBDA"/>
              </a:solidFill>
              <a:latin typeface="Inter"/>
              <a:ea typeface="Inter"/>
              <a:cs typeface="Inter"/>
              <a:sym typeface="Inter"/>
            </a:endParaRPr>
          </a:p>
          <a:p>
            <a:pPr indent="-252095" lvl="1" marL="453390" marR="0" rtl="0" algn="l">
              <a:lnSpc>
                <a:spcPct val="150000"/>
              </a:lnSpc>
              <a:spcBef>
                <a:spcPts val="0"/>
              </a:spcBef>
              <a:spcAft>
                <a:spcPts val="0"/>
              </a:spcAft>
              <a:buClr>
                <a:srgbClr val="E1DBDA"/>
              </a:buClr>
              <a:buSzPts val="2500"/>
              <a:buFont typeface="Inter"/>
              <a:buChar char="•"/>
            </a:pPr>
            <a:r>
              <a:rPr b="1" lang="en-US" sz="2500">
                <a:solidFill>
                  <a:srgbClr val="E1DBDA"/>
                </a:solidFill>
                <a:latin typeface="Inter"/>
                <a:ea typeface="Inter"/>
                <a:cs typeface="Inter"/>
                <a:sym typeface="Inter"/>
              </a:rPr>
              <a:t>   Support sensing, power, communication, and analysis challenges</a:t>
            </a:r>
            <a:endParaRPr b="1" sz="2500">
              <a:solidFill>
                <a:srgbClr val="E1DBDA"/>
              </a:solidFill>
              <a:latin typeface="Inter"/>
              <a:ea typeface="Inter"/>
              <a:cs typeface="Inter"/>
              <a:sym typeface="Inter"/>
            </a:endParaRPr>
          </a:p>
          <a:p>
            <a:pPr indent="0" lvl="0" marL="0" marR="0" rtl="0" algn="l">
              <a:lnSpc>
                <a:spcPct val="150000"/>
              </a:lnSpc>
              <a:spcBef>
                <a:spcPts val="0"/>
              </a:spcBef>
              <a:spcAft>
                <a:spcPts val="0"/>
              </a:spcAft>
              <a:buNone/>
            </a:pPr>
            <a:r>
              <a:t/>
            </a:r>
            <a:endParaRPr b="1" sz="2500">
              <a:solidFill>
                <a:srgbClr val="E1DBDA"/>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169" name="Shape 169"/>
        <p:cNvGrpSpPr/>
        <p:nvPr/>
      </p:nvGrpSpPr>
      <p:grpSpPr>
        <a:xfrm>
          <a:off x="0" y="0"/>
          <a:ext cx="0" cy="0"/>
          <a:chOff x="0" y="0"/>
          <a:chExt cx="0" cy="0"/>
        </a:xfrm>
      </p:grpSpPr>
      <p:cxnSp>
        <p:nvCxnSpPr>
          <p:cNvPr id="170" name="Google Shape;170;p21"/>
          <p:cNvCxnSpPr/>
          <p:nvPr/>
        </p:nvCxnSpPr>
        <p:spPr>
          <a:xfrm>
            <a:off x="4278682" y="796290"/>
            <a:ext cx="12980700" cy="0"/>
          </a:xfrm>
          <a:prstGeom prst="straightConnector1">
            <a:avLst/>
          </a:prstGeom>
          <a:noFill/>
          <a:ln cap="flat" cmpd="sng" w="9525">
            <a:solidFill>
              <a:srgbClr val="E1DBDA"/>
            </a:solidFill>
            <a:prstDash val="solid"/>
            <a:round/>
            <a:headEnd len="sm" w="sm" type="none"/>
            <a:tailEnd len="sm" w="sm" type="none"/>
          </a:ln>
        </p:spPr>
      </p:cxnSp>
      <p:sp>
        <p:nvSpPr>
          <p:cNvPr id="171" name="Google Shape;171;p21"/>
          <p:cNvSpPr/>
          <p:nvPr/>
        </p:nvSpPr>
        <p:spPr>
          <a:xfrm>
            <a:off x="11777085" y="3269599"/>
            <a:ext cx="1633252" cy="1633252"/>
          </a:xfrm>
          <a:custGeom>
            <a:rect b="b" l="l" r="r" t="t"/>
            <a:pathLst>
              <a:path extrusionOk="0" h="1633252" w="1633252">
                <a:moveTo>
                  <a:pt x="0" y="0"/>
                </a:moveTo>
                <a:lnTo>
                  <a:pt x="1633252" y="0"/>
                </a:lnTo>
                <a:lnTo>
                  <a:pt x="1633252" y="1633252"/>
                </a:lnTo>
                <a:lnTo>
                  <a:pt x="0" y="1633252"/>
                </a:lnTo>
                <a:lnTo>
                  <a:pt x="0" y="0"/>
                </a:lnTo>
                <a:close/>
              </a:path>
            </a:pathLst>
          </a:custGeom>
          <a:blipFill rotWithShape="1">
            <a:blip r:embed="rId3">
              <a:alphaModFix/>
            </a:blip>
            <a:stretch>
              <a:fillRect b="0" l="0" r="0" t="0"/>
            </a:stretch>
          </a:blipFill>
          <a:ln>
            <a:noFill/>
          </a:ln>
        </p:spPr>
      </p:sp>
      <p:sp>
        <p:nvSpPr>
          <p:cNvPr id="172" name="Google Shape;172;p21"/>
          <p:cNvSpPr/>
          <p:nvPr/>
        </p:nvSpPr>
        <p:spPr>
          <a:xfrm>
            <a:off x="4061606" y="3269599"/>
            <a:ext cx="1769126" cy="1769126"/>
          </a:xfrm>
          <a:custGeom>
            <a:rect b="b" l="l" r="r" t="t"/>
            <a:pathLst>
              <a:path extrusionOk="0" h="1769126" w="1769126">
                <a:moveTo>
                  <a:pt x="0" y="0"/>
                </a:moveTo>
                <a:lnTo>
                  <a:pt x="1769126" y="0"/>
                </a:lnTo>
                <a:lnTo>
                  <a:pt x="1769126" y="1769126"/>
                </a:lnTo>
                <a:lnTo>
                  <a:pt x="0" y="1769126"/>
                </a:lnTo>
                <a:lnTo>
                  <a:pt x="0" y="0"/>
                </a:lnTo>
                <a:close/>
              </a:path>
            </a:pathLst>
          </a:custGeom>
          <a:blipFill rotWithShape="1">
            <a:blip r:embed="rId4">
              <a:alphaModFix/>
            </a:blip>
            <a:stretch>
              <a:fillRect b="0" l="0" r="0" t="0"/>
            </a:stretch>
          </a:blipFill>
          <a:ln>
            <a:noFill/>
          </a:ln>
        </p:spPr>
      </p:sp>
      <p:sp>
        <p:nvSpPr>
          <p:cNvPr id="173" name="Google Shape;173;p21"/>
          <p:cNvSpPr txBox="1"/>
          <p:nvPr/>
        </p:nvSpPr>
        <p:spPr>
          <a:xfrm>
            <a:off x="1028700" y="1535850"/>
            <a:ext cx="15362100" cy="12315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8000">
                <a:solidFill>
                  <a:srgbClr val="E1DBDA"/>
                </a:solidFill>
                <a:latin typeface="IBM Plex Sans Condensed"/>
                <a:ea typeface="IBM Plex Sans Condensed"/>
                <a:cs typeface="IBM Plex Sans Condensed"/>
                <a:sym typeface="IBM Plex Sans Condensed"/>
              </a:rPr>
              <a:t>Conclusions</a:t>
            </a:r>
            <a:endParaRPr/>
          </a:p>
        </p:txBody>
      </p:sp>
      <p:grpSp>
        <p:nvGrpSpPr>
          <p:cNvPr id="174" name="Google Shape;174;p21"/>
          <p:cNvGrpSpPr/>
          <p:nvPr/>
        </p:nvGrpSpPr>
        <p:grpSpPr>
          <a:xfrm>
            <a:off x="2580750" y="3440275"/>
            <a:ext cx="5829370" cy="5425863"/>
            <a:chOff x="0" y="-9525"/>
            <a:chExt cx="7098600" cy="7234484"/>
          </a:xfrm>
        </p:grpSpPr>
        <p:sp>
          <p:nvSpPr>
            <p:cNvPr id="175" name="Google Shape;175;p21"/>
            <p:cNvSpPr txBox="1"/>
            <p:nvPr/>
          </p:nvSpPr>
          <p:spPr>
            <a:xfrm>
              <a:off x="0" y="1905000"/>
              <a:ext cx="5346600" cy="4926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US" sz="2400">
                  <a:solidFill>
                    <a:srgbClr val="E1DBDA"/>
                  </a:solidFill>
                  <a:latin typeface="IBM Plex Sans Condensed"/>
                  <a:ea typeface="IBM Plex Sans Condensed"/>
                  <a:cs typeface="IBM Plex Sans Condensed"/>
                  <a:sym typeface="IBM Plex Sans Condensed"/>
                </a:rPr>
                <a:t>Key Takeaways</a:t>
              </a:r>
              <a:endParaRPr/>
            </a:p>
          </p:txBody>
        </p:sp>
        <p:sp>
          <p:nvSpPr>
            <p:cNvPr id="176" name="Google Shape;176;p21"/>
            <p:cNvSpPr txBox="1"/>
            <p:nvPr/>
          </p:nvSpPr>
          <p:spPr>
            <a:xfrm>
              <a:off x="0" y="2863859"/>
              <a:ext cx="7098600" cy="4361100"/>
            </a:xfrm>
            <a:prstGeom prst="rect">
              <a:avLst/>
            </a:prstGeom>
            <a:noFill/>
            <a:ln>
              <a:noFill/>
            </a:ln>
          </p:spPr>
          <p:txBody>
            <a:bodyPr anchorCtr="0" anchor="t" bIns="0" lIns="0" spcFirstLastPara="1" rIns="0" wrap="square" tIns="0">
              <a:spAutoFit/>
            </a:bodyPr>
            <a:lstStyle/>
            <a:p>
              <a:pPr indent="-387350" lvl="0" marL="457200" marR="0" rtl="0" algn="l">
                <a:lnSpc>
                  <a:spcPct val="150000"/>
                </a:lnSpc>
                <a:spcBef>
                  <a:spcPts val="0"/>
                </a:spcBef>
                <a:spcAft>
                  <a:spcPts val="0"/>
                </a:spcAft>
                <a:buClr>
                  <a:srgbClr val="E1DBDA"/>
                </a:buClr>
                <a:buSzPts val="2500"/>
                <a:buFont typeface="Inter"/>
                <a:buChar char="●"/>
              </a:pPr>
              <a:r>
                <a:rPr lang="en-US" sz="2500">
                  <a:solidFill>
                    <a:srgbClr val="E1DBDA"/>
                  </a:solidFill>
                  <a:latin typeface="Inter"/>
                  <a:ea typeface="Inter"/>
                  <a:cs typeface="Inter"/>
                  <a:sym typeface="Inter"/>
                </a:rPr>
                <a:t>Coral reefs face growing environmental stress</a:t>
              </a:r>
              <a:endParaRPr sz="2500">
                <a:solidFill>
                  <a:srgbClr val="E1DBDA"/>
                </a:solidFill>
                <a:latin typeface="Inter"/>
                <a:ea typeface="Inter"/>
                <a:cs typeface="Inter"/>
                <a:sym typeface="Inter"/>
              </a:endParaRPr>
            </a:p>
            <a:p>
              <a:pPr indent="-387350" lvl="0" marL="457200" marR="0" rtl="0" algn="l">
                <a:lnSpc>
                  <a:spcPct val="150000"/>
                </a:lnSpc>
                <a:spcBef>
                  <a:spcPts val="0"/>
                </a:spcBef>
                <a:spcAft>
                  <a:spcPts val="0"/>
                </a:spcAft>
                <a:buClr>
                  <a:srgbClr val="E1DBDA"/>
                </a:buClr>
                <a:buSzPts val="2500"/>
                <a:buFont typeface="Inter"/>
                <a:buChar char="●"/>
              </a:pPr>
              <a:r>
                <a:rPr lang="en-US" sz="2500">
                  <a:solidFill>
                    <a:srgbClr val="E1DBDA"/>
                  </a:solidFill>
                  <a:latin typeface="Inter"/>
                  <a:ea typeface="Inter"/>
                  <a:cs typeface="Inter"/>
                  <a:sym typeface="Inter"/>
                </a:rPr>
                <a:t>Current monitoring is limited and difficult to scale</a:t>
              </a:r>
              <a:endParaRPr sz="2500">
                <a:solidFill>
                  <a:srgbClr val="E1DBDA"/>
                </a:solidFill>
                <a:latin typeface="Inter"/>
                <a:ea typeface="Inter"/>
                <a:cs typeface="Inter"/>
                <a:sym typeface="Inter"/>
              </a:endParaRPr>
            </a:p>
            <a:p>
              <a:pPr indent="-387350" lvl="0" marL="457200" marR="0" rtl="0" algn="l">
                <a:lnSpc>
                  <a:spcPct val="150000"/>
                </a:lnSpc>
                <a:spcBef>
                  <a:spcPts val="0"/>
                </a:spcBef>
                <a:spcAft>
                  <a:spcPts val="0"/>
                </a:spcAft>
                <a:buClr>
                  <a:srgbClr val="E1DBDA"/>
                </a:buClr>
                <a:buSzPts val="2500"/>
                <a:buFont typeface="Inter"/>
                <a:buChar char="●"/>
              </a:pPr>
              <a:r>
                <a:rPr lang="en-US" sz="2500">
                  <a:solidFill>
                    <a:srgbClr val="E1DBDA"/>
                  </a:solidFill>
                  <a:latin typeface="Inter"/>
                  <a:ea typeface="Inter"/>
                  <a:cs typeface="Inter"/>
                  <a:sym typeface="Inter"/>
                </a:rPr>
                <a:t>Stakeholders need improved long-term environmental insight</a:t>
              </a:r>
              <a:endParaRPr sz="2500">
                <a:solidFill>
                  <a:srgbClr val="E1DBDA"/>
                </a:solidFill>
                <a:latin typeface="Inter"/>
                <a:ea typeface="Inter"/>
                <a:cs typeface="Inter"/>
                <a:sym typeface="Inter"/>
              </a:endParaRPr>
            </a:p>
          </p:txBody>
        </p:sp>
        <p:sp>
          <p:nvSpPr>
            <p:cNvPr id="177" name="Google Shape;177;p21"/>
            <p:cNvSpPr txBox="1"/>
            <p:nvPr/>
          </p:nvSpPr>
          <p:spPr>
            <a:xfrm>
              <a:off x="0" y="-9525"/>
              <a:ext cx="5346600" cy="14778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7200" u="none" cap="none" strike="noStrike">
                  <a:solidFill>
                    <a:srgbClr val="E1DBDA"/>
                  </a:solidFill>
                  <a:latin typeface="IBM Plex Sans Condensed"/>
                  <a:ea typeface="IBM Plex Sans Condensed"/>
                  <a:cs typeface="IBM Plex Sans Condensed"/>
                  <a:sym typeface="IBM Plex Sans Condensed"/>
                </a:rPr>
                <a:t>01</a:t>
              </a:r>
              <a:endParaRPr/>
            </a:p>
          </p:txBody>
        </p:sp>
      </p:grpSp>
      <p:grpSp>
        <p:nvGrpSpPr>
          <p:cNvPr id="178" name="Google Shape;178;p21"/>
          <p:cNvGrpSpPr/>
          <p:nvPr/>
        </p:nvGrpSpPr>
        <p:grpSpPr>
          <a:xfrm>
            <a:off x="10044650" y="3440275"/>
            <a:ext cx="5530109" cy="5425850"/>
            <a:chOff x="-4" y="-9525"/>
            <a:chExt cx="5780400" cy="7234467"/>
          </a:xfrm>
        </p:grpSpPr>
        <p:sp>
          <p:nvSpPr>
            <p:cNvPr id="179" name="Google Shape;179;p21"/>
            <p:cNvSpPr txBox="1"/>
            <p:nvPr/>
          </p:nvSpPr>
          <p:spPr>
            <a:xfrm>
              <a:off x="0" y="1905000"/>
              <a:ext cx="5346600" cy="4926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US" sz="2400">
                  <a:solidFill>
                    <a:srgbClr val="E1DBDA"/>
                  </a:solidFill>
                  <a:latin typeface="IBM Plex Sans Condensed"/>
                  <a:ea typeface="IBM Plex Sans Condensed"/>
                  <a:cs typeface="IBM Plex Sans Condensed"/>
                  <a:sym typeface="IBM Plex Sans Condensed"/>
                </a:rPr>
                <a:t>Project Direction</a:t>
              </a:r>
              <a:endParaRPr/>
            </a:p>
          </p:txBody>
        </p:sp>
        <p:sp>
          <p:nvSpPr>
            <p:cNvPr id="180" name="Google Shape;180;p21"/>
            <p:cNvSpPr txBox="1"/>
            <p:nvPr/>
          </p:nvSpPr>
          <p:spPr>
            <a:xfrm>
              <a:off x="-4" y="2863842"/>
              <a:ext cx="5780400" cy="4361100"/>
            </a:xfrm>
            <a:prstGeom prst="rect">
              <a:avLst/>
            </a:prstGeom>
            <a:noFill/>
            <a:ln>
              <a:noFill/>
            </a:ln>
          </p:spPr>
          <p:txBody>
            <a:bodyPr anchorCtr="0" anchor="t" bIns="0" lIns="0" spcFirstLastPara="1" rIns="0" wrap="square" tIns="0">
              <a:spAutoFit/>
            </a:bodyPr>
            <a:lstStyle/>
            <a:p>
              <a:pPr indent="-387350" lvl="0" marL="457200" marR="0" rtl="0" algn="l">
                <a:lnSpc>
                  <a:spcPct val="150000"/>
                </a:lnSpc>
                <a:spcBef>
                  <a:spcPts val="0"/>
                </a:spcBef>
                <a:spcAft>
                  <a:spcPts val="0"/>
                </a:spcAft>
                <a:buClr>
                  <a:srgbClr val="E1DBDA"/>
                </a:buClr>
                <a:buSzPts val="2500"/>
                <a:buFont typeface="Inter"/>
                <a:buChar char="●"/>
              </a:pPr>
              <a:r>
                <a:rPr lang="en-US" sz="2500">
                  <a:solidFill>
                    <a:srgbClr val="E1DBDA"/>
                  </a:solidFill>
                  <a:latin typeface="Inter"/>
                  <a:ea typeface="Inter"/>
                  <a:cs typeface="Inter"/>
                  <a:sym typeface="Inter"/>
                </a:rPr>
                <a:t>Focus on shallow-water reef monitoring</a:t>
              </a:r>
              <a:endParaRPr sz="2500">
                <a:solidFill>
                  <a:srgbClr val="E1DBDA"/>
                </a:solidFill>
                <a:latin typeface="Inter"/>
                <a:ea typeface="Inter"/>
                <a:cs typeface="Inter"/>
                <a:sym typeface="Inter"/>
              </a:endParaRPr>
            </a:p>
            <a:p>
              <a:pPr indent="-387350" lvl="0" marL="457200" marR="0" rtl="0" algn="l">
                <a:lnSpc>
                  <a:spcPct val="150000"/>
                </a:lnSpc>
                <a:spcBef>
                  <a:spcPts val="0"/>
                </a:spcBef>
                <a:spcAft>
                  <a:spcPts val="0"/>
                </a:spcAft>
                <a:buClr>
                  <a:srgbClr val="E1DBDA"/>
                </a:buClr>
                <a:buSzPts val="2500"/>
                <a:buFont typeface="Inter"/>
                <a:buChar char="●"/>
              </a:pPr>
              <a:r>
                <a:rPr lang="en-US" sz="2500">
                  <a:solidFill>
                    <a:srgbClr val="E1DBDA"/>
                  </a:solidFill>
                  <a:latin typeface="Inter"/>
                  <a:ea typeface="Inter"/>
                  <a:cs typeface="Inter"/>
                  <a:sym typeface="Inter"/>
                </a:rPr>
                <a:t>Prioritize affordability, durability, and scalability</a:t>
              </a:r>
              <a:endParaRPr sz="2500">
                <a:solidFill>
                  <a:srgbClr val="E1DBDA"/>
                </a:solidFill>
                <a:latin typeface="Inter"/>
                <a:ea typeface="Inter"/>
                <a:cs typeface="Inter"/>
                <a:sym typeface="Inter"/>
              </a:endParaRPr>
            </a:p>
            <a:p>
              <a:pPr indent="-387350" lvl="0" marL="457200" marR="0" rtl="0" algn="l">
                <a:lnSpc>
                  <a:spcPct val="150000"/>
                </a:lnSpc>
                <a:spcBef>
                  <a:spcPts val="0"/>
                </a:spcBef>
                <a:spcAft>
                  <a:spcPts val="0"/>
                </a:spcAft>
                <a:buClr>
                  <a:srgbClr val="E1DBDA"/>
                </a:buClr>
                <a:buSzPts val="2500"/>
                <a:buFont typeface="Inter"/>
                <a:buChar char="●"/>
              </a:pPr>
              <a:r>
                <a:rPr lang="en-US" sz="2500">
                  <a:solidFill>
                    <a:srgbClr val="E1DBDA"/>
                  </a:solidFill>
                  <a:latin typeface="Inter"/>
                  <a:ea typeface="Inter"/>
                  <a:cs typeface="Inter"/>
                  <a:sym typeface="Inter"/>
                </a:rPr>
                <a:t>Build toward long-term reef conservation impact</a:t>
              </a:r>
              <a:endParaRPr sz="2500">
                <a:solidFill>
                  <a:srgbClr val="E1DBDA"/>
                </a:solidFill>
                <a:latin typeface="Inter"/>
                <a:ea typeface="Inter"/>
                <a:cs typeface="Inter"/>
                <a:sym typeface="Inter"/>
              </a:endParaRPr>
            </a:p>
          </p:txBody>
        </p:sp>
        <p:sp>
          <p:nvSpPr>
            <p:cNvPr id="181" name="Google Shape;181;p21"/>
            <p:cNvSpPr txBox="1"/>
            <p:nvPr/>
          </p:nvSpPr>
          <p:spPr>
            <a:xfrm>
              <a:off x="0" y="-9525"/>
              <a:ext cx="5346600" cy="14778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7200" u="none" cap="none" strike="noStrike">
                  <a:solidFill>
                    <a:srgbClr val="E1DBDA"/>
                  </a:solidFill>
                  <a:latin typeface="IBM Plex Sans Condensed"/>
                  <a:ea typeface="IBM Plex Sans Condensed"/>
                  <a:cs typeface="IBM Plex Sans Condensed"/>
                  <a:sym typeface="IBM Plex Sans Condensed"/>
                </a:rPr>
                <a:t>02</a:t>
              </a:r>
              <a:endParaRPr/>
            </a:p>
          </p:txBody>
        </p:sp>
      </p:grpSp>
      <p:sp>
        <p:nvSpPr>
          <p:cNvPr id="182" name="Google Shape;182;p21"/>
          <p:cNvSpPr txBox="1"/>
          <p:nvPr/>
        </p:nvSpPr>
        <p:spPr>
          <a:xfrm>
            <a:off x="1028700" y="628650"/>
            <a:ext cx="4216200" cy="277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800" u="none" cap="none" strike="noStrike">
                <a:solidFill>
                  <a:srgbClr val="E1DBDA"/>
                </a:solidFill>
                <a:latin typeface="Inter"/>
                <a:ea typeface="Inter"/>
                <a:cs typeface="Inter"/>
                <a:sym typeface="Inter"/>
              </a:rPr>
              <a:t>COMPETITOR AT A GLANCE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186" name="Shape 186"/>
        <p:cNvGrpSpPr/>
        <p:nvPr/>
      </p:nvGrpSpPr>
      <p:grpSpPr>
        <a:xfrm>
          <a:off x="0" y="0"/>
          <a:ext cx="0" cy="0"/>
          <a:chOff x="0" y="0"/>
          <a:chExt cx="0" cy="0"/>
        </a:xfrm>
      </p:grpSpPr>
      <p:grpSp>
        <p:nvGrpSpPr>
          <p:cNvPr id="187" name="Google Shape;187;p22"/>
          <p:cNvGrpSpPr/>
          <p:nvPr/>
        </p:nvGrpSpPr>
        <p:grpSpPr>
          <a:xfrm>
            <a:off x="714865" y="477645"/>
            <a:ext cx="5097676" cy="9223274"/>
            <a:chOff x="0" y="-28575"/>
            <a:chExt cx="1342589" cy="2429159"/>
          </a:xfrm>
        </p:grpSpPr>
        <p:sp>
          <p:nvSpPr>
            <p:cNvPr id="188" name="Google Shape;188;p22"/>
            <p:cNvSpPr/>
            <p:nvPr/>
          </p:nvSpPr>
          <p:spPr>
            <a:xfrm>
              <a:off x="0" y="0"/>
              <a:ext cx="1342589" cy="2400584"/>
            </a:xfrm>
            <a:custGeom>
              <a:rect b="b" l="l" r="r" t="t"/>
              <a:pathLst>
                <a:path extrusionOk="0" h="2400584" w="1342589">
                  <a:moveTo>
                    <a:pt x="30375" y="0"/>
                  </a:moveTo>
                  <a:lnTo>
                    <a:pt x="1312214" y="0"/>
                  </a:lnTo>
                  <a:cubicBezTo>
                    <a:pt x="1320270" y="0"/>
                    <a:pt x="1327996" y="3200"/>
                    <a:pt x="1333692" y="8896"/>
                  </a:cubicBezTo>
                  <a:cubicBezTo>
                    <a:pt x="1339388" y="14593"/>
                    <a:pt x="1342589" y="22319"/>
                    <a:pt x="1342589" y="30375"/>
                  </a:cubicBezTo>
                  <a:lnTo>
                    <a:pt x="1342589" y="2370210"/>
                  </a:lnTo>
                  <a:cubicBezTo>
                    <a:pt x="1342589" y="2386985"/>
                    <a:pt x="1328989" y="2400584"/>
                    <a:pt x="1312214" y="2400584"/>
                  </a:cubicBezTo>
                  <a:lnTo>
                    <a:pt x="30375" y="2400584"/>
                  </a:lnTo>
                  <a:cubicBezTo>
                    <a:pt x="22319" y="2400584"/>
                    <a:pt x="14593" y="2397384"/>
                    <a:pt x="8896" y="2391688"/>
                  </a:cubicBezTo>
                  <a:cubicBezTo>
                    <a:pt x="3200" y="2385991"/>
                    <a:pt x="0" y="2378265"/>
                    <a:pt x="0" y="2370210"/>
                  </a:cubicBezTo>
                  <a:lnTo>
                    <a:pt x="0" y="30375"/>
                  </a:lnTo>
                  <a:cubicBezTo>
                    <a:pt x="0" y="13599"/>
                    <a:pt x="13599" y="0"/>
                    <a:pt x="30375" y="0"/>
                  </a:cubicBezTo>
                  <a:close/>
                </a:path>
              </a:pathLst>
            </a:custGeom>
            <a:noFill/>
            <a:ln cap="sq" cmpd="sng" w="9525">
              <a:solidFill>
                <a:srgbClr val="E5E5E5"/>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2"/>
            <p:cNvSpPr txBox="1"/>
            <p:nvPr/>
          </p:nvSpPr>
          <p:spPr>
            <a:xfrm>
              <a:off x="0" y="-28575"/>
              <a:ext cx="1342500" cy="2429100"/>
            </a:xfrm>
            <a:prstGeom prst="rect">
              <a:avLst/>
            </a:prstGeom>
            <a:noFill/>
            <a:ln>
              <a:noFill/>
            </a:ln>
          </p:spPr>
          <p:txBody>
            <a:bodyPr anchorCtr="0" anchor="ctr" bIns="50800" lIns="50800" spcFirstLastPara="1" rIns="50800" wrap="square" tIns="50800">
              <a:noAutofit/>
            </a:bodyPr>
            <a:lstStyle/>
            <a:p>
              <a:pPr indent="0" lvl="0" marL="0" marR="0" rtl="0" algn="ctr">
                <a:lnSpc>
                  <a:spcPct val="136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0" name="Google Shape;190;p22"/>
          <p:cNvGrpSpPr/>
          <p:nvPr/>
        </p:nvGrpSpPr>
        <p:grpSpPr>
          <a:xfrm>
            <a:off x="6157830" y="436222"/>
            <a:ext cx="11481947" cy="9223274"/>
            <a:chOff x="0" y="-28575"/>
            <a:chExt cx="3024032" cy="2429159"/>
          </a:xfrm>
        </p:grpSpPr>
        <p:sp>
          <p:nvSpPr>
            <p:cNvPr id="191" name="Google Shape;191;p22"/>
            <p:cNvSpPr/>
            <p:nvPr/>
          </p:nvSpPr>
          <p:spPr>
            <a:xfrm>
              <a:off x="0" y="0"/>
              <a:ext cx="3024032" cy="2400584"/>
            </a:xfrm>
            <a:custGeom>
              <a:rect b="b" l="l" r="r" t="t"/>
              <a:pathLst>
                <a:path extrusionOk="0" h="2400584" w="3024032">
                  <a:moveTo>
                    <a:pt x="13485" y="0"/>
                  </a:moveTo>
                  <a:lnTo>
                    <a:pt x="3010546" y="0"/>
                  </a:lnTo>
                  <a:cubicBezTo>
                    <a:pt x="3017994" y="0"/>
                    <a:pt x="3024032" y="6038"/>
                    <a:pt x="3024032" y="13485"/>
                  </a:cubicBezTo>
                  <a:lnTo>
                    <a:pt x="3024032" y="2387099"/>
                  </a:lnTo>
                  <a:cubicBezTo>
                    <a:pt x="3024032" y="2394547"/>
                    <a:pt x="3017994" y="2400584"/>
                    <a:pt x="3010546" y="2400584"/>
                  </a:cubicBezTo>
                  <a:lnTo>
                    <a:pt x="13485" y="2400584"/>
                  </a:lnTo>
                  <a:cubicBezTo>
                    <a:pt x="9909" y="2400584"/>
                    <a:pt x="6479" y="2399163"/>
                    <a:pt x="3950" y="2396635"/>
                  </a:cubicBezTo>
                  <a:cubicBezTo>
                    <a:pt x="1421" y="2394105"/>
                    <a:pt x="0" y="2390675"/>
                    <a:pt x="0" y="2387099"/>
                  </a:cubicBezTo>
                  <a:lnTo>
                    <a:pt x="0" y="13485"/>
                  </a:lnTo>
                  <a:cubicBezTo>
                    <a:pt x="0" y="6038"/>
                    <a:pt x="6038" y="0"/>
                    <a:pt x="13485" y="0"/>
                  </a:cubicBezTo>
                  <a:close/>
                </a:path>
              </a:pathLst>
            </a:custGeom>
            <a:solidFill>
              <a:srgbClr val="1A1A1A"/>
            </a:solidFill>
            <a:ln cap="sq" cmpd="sng" w="9525">
              <a:solidFill>
                <a:srgbClr val="E5E5E5"/>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2"/>
            <p:cNvSpPr txBox="1"/>
            <p:nvPr/>
          </p:nvSpPr>
          <p:spPr>
            <a:xfrm>
              <a:off x="0" y="-28575"/>
              <a:ext cx="3024000" cy="2429100"/>
            </a:xfrm>
            <a:prstGeom prst="rect">
              <a:avLst/>
            </a:prstGeom>
            <a:noFill/>
            <a:ln>
              <a:noFill/>
            </a:ln>
          </p:spPr>
          <p:txBody>
            <a:bodyPr anchorCtr="0" anchor="ctr" bIns="50800" lIns="50800" spcFirstLastPara="1" rIns="50800" wrap="square" tIns="50800">
              <a:noAutofit/>
            </a:bodyPr>
            <a:lstStyle/>
            <a:p>
              <a:pPr indent="0" lvl="0" marL="0" marR="0" rtl="0" algn="ctr">
                <a:lnSpc>
                  <a:spcPct val="136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93" name="Google Shape;193;p22"/>
          <p:cNvSpPr/>
          <p:nvPr/>
        </p:nvSpPr>
        <p:spPr>
          <a:xfrm>
            <a:off x="1104558" y="7132004"/>
            <a:ext cx="4318840" cy="647223"/>
          </a:xfrm>
          <a:custGeom>
            <a:rect b="b" l="l" r="r" t="t"/>
            <a:pathLst>
              <a:path extrusionOk="0" h="170434" w="1137285">
                <a:moveTo>
                  <a:pt x="1137285" y="85217"/>
                </a:moveTo>
                <a:lnTo>
                  <a:pt x="1137285" y="85217"/>
                </a:lnTo>
                <a:cubicBezTo>
                  <a:pt x="1137285" y="107818"/>
                  <a:pt x="1128307" y="129493"/>
                  <a:pt x="1112326" y="145475"/>
                </a:cubicBezTo>
                <a:cubicBezTo>
                  <a:pt x="1096344" y="161456"/>
                  <a:pt x="1074669" y="170434"/>
                  <a:pt x="1052068" y="170434"/>
                </a:cubicBezTo>
                <a:lnTo>
                  <a:pt x="85217" y="170434"/>
                </a:lnTo>
                <a:cubicBezTo>
                  <a:pt x="38153" y="170434"/>
                  <a:pt x="0" y="132281"/>
                  <a:pt x="0" y="85217"/>
                </a:cubicBezTo>
                <a:lnTo>
                  <a:pt x="0" y="85217"/>
                </a:lnTo>
                <a:cubicBezTo>
                  <a:pt x="0" y="38153"/>
                  <a:pt x="38153" y="0"/>
                  <a:pt x="85217" y="0"/>
                </a:cubicBezTo>
                <a:lnTo>
                  <a:pt x="1052068" y="0"/>
                </a:lnTo>
                <a:cubicBezTo>
                  <a:pt x="1099132" y="0"/>
                  <a:pt x="1137285" y="38153"/>
                  <a:pt x="1137285" y="85217"/>
                </a:cubicBezTo>
                <a:close/>
              </a:path>
            </a:pathLst>
          </a:custGeom>
          <a:noFill/>
          <a:ln cap="rnd"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2"/>
          <p:cNvSpPr txBox="1"/>
          <p:nvPr/>
        </p:nvSpPr>
        <p:spPr>
          <a:xfrm>
            <a:off x="1043200" y="1273825"/>
            <a:ext cx="4440900" cy="984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lang="en-US" sz="6399">
                <a:solidFill>
                  <a:srgbClr val="E5E5E5"/>
                </a:solidFill>
                <a:latin typeface="IBM Plex Sans Condensed"/>
                <a:ea typeface="IBM Plex Sans Condensed"/>
                <a:cs typeface="IBM Plex Sans Condensed"/>
                <a:sym typeface="IBM Plex Sans Condensed"/>
              </a:rPr>
              <a:t>References</a:t>
            </a:r>
            <a:endParaRPr/>
          </a:p>
        </p:txBody>
      </p:sp>
      <p:sp>
        <p:nvSpPr>
          <p:cNvPr id="195" name="Google Shape;195;p22"/>
          <p:cNvSpPr txBox="1"/>
          <p:nvPr/>
        </p:nvSpPr>
        <p:spPr>
          <a:xfrm>
            <a:off x="6569251" y="1010625"/>
            <a:ext cx="10323000" cy="6218400"/>
          </a:xfrm>
          <a:prstGeom prst="rect">
            <a:avLst/>
          </a:prstGeom>
          <a:noFill/>
          <a:ln>
            <a:noFill/>
          </a:ln>
        </p:spPr>
        <p:txBody>
          <a:bodyPr anchorCtr="0" anchor="t" bIns="0" lIns="0" spcFirstLastPara="1" rIns="0" wrap="square" tIns="0">
            <a:spAutoFit/>
          </a:bodyPr>
          <a:lstStyle/>
          <a:p>
            <a:pPr indent="0" lvl="1" marL="0" marR="0" rtl="0" algn="l">
              <a:lnSpc>
                <a:spcPct val="120000"/>
              </a:lnSpc>
              <a:spcBef>
                <a:spcPts val="0"/>
              </a:spcBef>
              <a:spcAft>
                <a:spcPts val="0"/>
              </a:spcAft>
              <a:buNone/>
            </a:pPr>
            <a:r>
              <a:rPr lang="en-US" sz="2000">
                <a:solidFill>
                  <a:srgbClr val="E5E5E5"/>
                </a:solidFill>
                <a:latin typeface="Inter"/>
                <a:ea typeface="Inter"/>
                <a:cs typeface="Inter"/>
                <a:sym typeface="Inter"/>
              </a:rPr>
              <a:t>[1] National Oceanic and Atmospheric Administration, “Coral Reef Conservation Program,” NOAA. [Online]. Available:  NOAA Coral Reef Conservation Program￼. [Accessed: May 31, 2026].</a:t>
            </a:r>
            <a:endParaRPr sz="2000">
              <a:solidFill>
                <a:srgbClr val="E5E5E5"/>
              </a:solidFill>
              <a:latin typeface="Inter"/>
              <a:ea typeface="Inter"/>
              <a:cs typeface="Inter"/>
              <a:sym typeface="Inter"/>
            </a:endParaRPr>
          </a:p>
          <a:p>
            <a:pPr indent="0" lvl="1" marL="0" marR="0" rtl="0" algn="l">
              <a:lnSpc>
                <a:spcPct val="120000"/>
              </a:lnSpc>
              <a:spcBef>
                <a:spcPts val="0"/>
              </a:spcBef>
              <a:spcAft>
                <a:spcPts val="0"/>
              </a:spcAft>
              <a:buNone/>
            </a:pPr>
            <a:r>
              <a:t/>
            </a:r>
            <a:endParaRPr sz="2000">
              <a:solidFill>
                <a:srgbClr val="E5E5E5"/>
              </a:solidFill>
              <a:latin typeface="Inter"/>
              <a:ea typeface="Inter"/>
              <a:cs typeface="Inter"/>
              <a:sym typeface="Inter"/>
            </a:endParaRPr>
          </a:p>
          <a:p>
            <a:pPr indent="0" lvl="1" marL="0" marR="0" rtl="0" algn="l">
              <a:lnSpc>
                <a:spcPct val="120000"/>
              </a:lnSpc>
              <a:spcBef>
                <a:spcPts val="0"/>
              </a:spcBef>
              <a:spcAft>
                <a:spcPts val="0"/>
              </a:spcAft>
              <a:buNone/>
            </a:pPr>
            <a:r>
              <a:rPr lang="en-US" sz="2000">
                <a:solidFill>
                  <a:srgbClr val="E5E5E5"/>
                </a:solidFill>
                <a:latin typeface="Inter"/>
                <a:ea typeface="Inter"/>
                <a:cs typeface="Inter"/>
                <a:sym typeface="Inter"/>
              </a:rPr>
              <a:t>[2] Hawai‘i Institute of Marine Biology, “Hawai‘i Institute of Marine Biology,” University of Hawai‘i at Mānoa. [Online]. Available:  Hawai‘i Institute of Marine Biology (Kāneʻohe Bay)￼. [Accessed: May 31, 2026].</a:t>
            </a:r>
            <a:endParaRPr sz="2000">
              <a:solidFill>
                <a:srgbClr val="E5E5E5"/>
              </a:solidFill>
              <a:latin typeface="Inter"/>
              <a:ea typeface="Inter"/>
              <a:cs typeface="Inter"/>
              <a:sym typeface="Inter"/>
            </a:endParaRPr>
          </a:p>
          <a:p>
            <a:pPr indent="0" lvl="1" marL="0" marR="0" rtl="0" algn="l">
              <a:lnSpc>
                <a:spcPct val="120000"/>
              </a:lnSpc>
              <a:spcBef>
                <a:spcPts val="0"/>
              </a:spcBef>
              <a:spcAft>
                <a:spcPts val="0"/>
              </a:spcAft>
              <a:buNone/>
            </a:pPr>
            <a:r>
              <a:t/>
            </a:r>
            <a:endParaRPr sz="2000">
              <a:solidFill>
                <a:srgbClr val="E5E5E5"/>
              </a:solidFill>
              <a:latin typeface="Inter"/>
              <a:ea typeface="Inter"/>
              <a:cs typeface="Inter"/>
              <a:sym typeface="Inter"/>
            </a:endParaRPr>
          </a:p>
          <a:p>
            <a:pPr indent="0" lvl="1" marL="0" marR="0" rtl="0" algn="l">
              <a:lnSpc>
                <a:spcPct val="120000"/>
              </a:lnSpc>
              <a:spcBef>
                <a:spcPts val="0"/>
              </a:spcBef>
              <a:spcAft>
                <a:spcPts val="0"/>
              </a:spcAft>
              <a:buNone/>
            </a:pPr>
            <a:r>
              <a:rPr lang="en-US" sz="2000">
                <a:solidFill>
                  <a:srgbClr val="E5E5E5"/>
                </a:solidFill>
                <a:latin typeface="Inter"/>
                <a:ea typeface="Inter"/>
                <a:cs typeface="Inter"/>
                <a:sym typeface="Inter"/>
              </a:rPr>
              <a:t>[3] Navid Shaghaghi, informational interview, EPIC Lab, Santa Clara University, Santa Clara, CA, USA, personal communication, May 2026.</a:t>
            </a:r>
            <a:endParaRPr sz="2000">
              <a:solidFill>
                <a:srgbClr val="E5E5E5"/>
              </a:solidFill>
              <a:latin typeface="Inter"/>
              <a:ea typeface="Inter"/>
              <a:cs typeface="Inter"/>
              <a:sym typeface="Inter"/>
            </a:endParaRPr>
          </a:p>
          <a:p>
            <a:pPr indent="0" lvl="1" marL="0" marR="0" rtl="0" algn="l">
              <a:lnSpc>
                <a:spcPct val="120000"/>
              </a:lnSpc>
              <a:spcBef>
                <a:spcPts val="0"/>
              </a:spcBef>
              <a:spcAft>
                <a:spcPts val="0"/>
              </a:spcAft>
              <a:buNone/>
            </a:pPr>
            <a:r>
              <a:t/>
            </a:r>
            <a:endParaRPr sz="2000">
              <a:solidFill>
                <a:srgbClr val="E5E5E5"/>
              </a:solidFill>
              <a:latin typeface="Inter"/>
              <a:ea typeface="Inter"/>
              <a:cs typeface="Inter"/>
              <a:sym typeface="Inter"/>
            </a:endParaRPr>
          </a:p>
          <a:p>
            <a:pPr indent="0" lvl="1" marL="0" marR="0" rtl="0" algn="l">
              <a:lnSpc>
                <a:spcPct val="120000"/>
              </a:lnSpc>
              <a:spcBef>
                <a:spcPts val="0"/>
              </a:spcBef>
              <a:spcAft>
                <a:spcPts val="0"/>
              </a:spcAft>
              <a:buNone/>
            </a:pPr>
            <a:r>
              <a:rPr lang="en-US" sz="2000">
                <a:solidFill>
                  <a:srgbClr val="E5E5E5"/>
                </a:solidFill>
                <a:latin typeface="Inter"/>
                <a:ea typeface="Inter"/>
                <a:cs typeface="Inter"/>
                <a:sym typeface="Inter"/>
              </a:rPr>
              <a:t>[4] R. Argall, informational interview, Makai Ocean Engineering, Kailua, HI, USA, personal communication, May 2026.</a:t>
            </a:r>
            <a:endParaRPr sz="2000">
              <a:solidFill>
                <a:srgbClr val="E5E5E5"/>
              </a:solidFill>
              <a:latin typeface="Inter"/>
              <a:ea typeface="Inter"/>
              <a:cs typeface="Inter"/>
              <a:sym typeface="Inter"/>
            </a:endParaRPr>
          </a:p>
          <a:p>
            <a:pPr indent="0" lvl="1" marL="0" marR="0" rtl="0" algn="l">
              <a:lnSpc>
                <a:spcPct val="120000"/>
              </a:lnSpc>
              <a:spcBef>
                <a:spcPts val="0"/>
              </a:spcBef>
              <a:spcAft>
                <a:spcPts val="0"/>
              </a:spcAft>
              <a:buNone/>
            </a:pPr>
            <a:r>
              <a:t/>
            </a:r>
            <a:endParaRPr sz="2000">
              <a:solidFill>
                <a:srgbClr val="E5E5E5"/>
              </a:solidFill>
              <a:latin typeface="Inter"/>
              <a:ea typeface="Inter"/>
              <a:cs typeface="Inter"/>
              <a:sym typeface="Inter"/>
            </a:endParaRPr>
          </a:p>
          <a:p>
            <a:pPr indent="0" lvl="1" marL="0" marR="0" rtl="0" algn="l">
              <a:lnSpc>
                <a:spcPct val="120000"/>
              </a:lnSpc>
              <a:spcBef>
                <a:spcPts val="0"/>
              </a:spcBef>
              <a:spcAft>
                <a:spcPts val="0"/>
              </a:spcAft>
              <a:buNone/>
            </a:pPr>
            <a:r>
              <a:t/>
            </a:r>
            <a:endParaRPr sz="2000">
              <a:solidFill>
                <a:srgbClr val="E5E5E5"/>
              </a:solidFill>
              <a:latin typeface="Inter"/>
              <a:ea typeface="Inter"/>
              <a:cs typeface="Inter"/>
              <a:sym typeface="Inter"/>
            </a:endParaRPr>
          </a:p>
          <a:p>
            <a:pPr indent="0" lvl="1" marL="0" marR="0" rtl="0" algn="l">
              <a:lnSpc>
                <a:spcPct val="120000"/>
              </a:lnSpc>
              <a:spcBef>
                <a:spcPts val="0"/>
              </a:spcBef>
              <a:spcAft>
                <a:spcPts val="0"/>
              </a:spcAft>
              <a:buNone/>
            </a:pPr>
            <a:r>
              <a:rPr lang="en-US" sz="2000">
                <a:solidFill>
                  <a:srgbClr val="E5E5E5"/>
                </a:solidFill>
                <a:latin typeface="Inter"/>
                <a:ea typeface="Inter"/>
                <a:cs typeface="Inter"/>
                <a:sym typeface="Inter"/>
              </a:rPr>
              <a:t>[5] OpenAI, “ChatGPT,” OpenAI, San Francisco, CA, USA. [Online]. Available:  ChatGPT￼. [Accessed: May 31, 2026].</a:t>
            </a:r>
            <a:endParaRPr sz="2000">
              <a:solidFill>
                <a:srgbClr val="E5E5E5"/>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